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67" r:id="rId3"/>
    <p:sldId id="268" r:id="rId4"/>
    <p:sldId id="260" r:id="rId5"/>
    <p:sldId id="258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 showGuides="1">
      <p:cViewPr varScale="1">
        <p:scale>
          <a:sx n="64" d="100"/>
          <a:sy n="64" d="100"/>
        </p:scale>
        <p:origin x="77" y="10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7E704A-2F35-4805-9AF1-98601184D4F5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7751922B-4C53-40F7-A762-EC6FF1252DE7}">
      <dgm:prSet/>
      <dgm:spPr/>
      <dgm:t>
        <a:bodyPr/>
        <a:lstStyle/>
        <a:p>
          <a:pPr>
            <a:buNone/>
          </a:pPr>
          <a:r>
            <a: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Installation process:</a:t>
          </a:r>
        </a:p>
      </dgm:t>
    </dgm:pt>
    <dgm:pt modelId="{42D9F7BB-1FC4-4FC7-B47A-3E1158957C6D}" type="parTrans" cxnId="{672DB69D-484E-42E9-93AC-FDCF9E4EF678}">
      <dgm:prSet/>
      <dgm:spPr/>
      <dgm:t>
        <a:bodyPr/>
        <a:lstStyle/>
        <a:p>
          <a:endParaRPr lang="en-US"/>
        </a:p>
      </dgm:t>
    </dgm:pt>
    <dgm:pt modelId="{5352C64A-62E5-4385-A08F-7A44F87A054E}" type="sibTrans" cxnId="{672DB69D-484E-42E9-93AC-FDCF9E4EF678}">
      <dgm:prSet/>
      <dgm:spPr/>
      <dgm:t>
        <a:bodyPr/>
        <a:lstStyle/>
        <a:p>
          <a:endParaRPr lang="en-US"/>
        </a:p>
      </dgm:t>
    </dgm:pt>
    <dgm:pt modelId="{536C76A2-6B45-4889-89D5-8B3A727E0437}">
      <dgm:prSet custT="1"/>
      <dgm:spPr/>
      <dgm:t>
        <a:bodyPr/>
        <a:lstStyle/>
        <a:p>
          <a:r>
            <a:rPr lang="en-US" sz="2000" dirty="0"/>
            <a:t>System meets the minimum requirements.</a:t>
          </a:r>
          <a:endParaRPr lang="en-US" sz="20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030E183-E7AB-4ADA-BDB1-86A22242DB5B}" type="parTrans" cxnId="{F483CC6F-8849-478B-882C-8872634F2B95}">
      <dgm:prSet/>
      <dgm:spPr/>
      <dgm:t>
        <a:bodyPr/>
        <a:lstStyle/>
        <a:p>
          <a:endParaRPr lang="en-US"/>
        </a:p>
      </dgm:t>
    </dgm:pt>
    <dgm:pt modelId="{15DB7751-D083-4609-B2AB-DC3A077E9247}" type="sibTrans" cxnId="{F483CC6F-8849-478B-882C-8872634F2B95}">
      <dgm:prSet/>
      <dgm:spPr/>
      <dgm:t>
        <a:bodyPr/>
        <a:lstStyle/>
        <a:p>
          <a:endParaRPr lang="en-US"/>
        </a:p>
      </dgm:t>
    </dgm:pt>
    <dgm:pt modelId="{CADD3229-B1DA-4F2D-A8AF-BC174010BD81}">
      <dgm:prSet custT="1"/>
      <dgm:spPr/>
      <dgm:t>
        <a:bodyPr/>
        <a:lstStyle/>
        <a:p>
          <a:r>
            <a:rPr lang="en-US" sz="2000" dirty="0"/>
            <a:t>Download installation files. </a:t>
          </a:r>
        </a:p>
      </dgm:t>
    </dgm:pt>
    <dgm:pt modelId="{9244AFF6-0971-442A-82F5-0CA18BDF5B20}" type="parTrans" cxnId="{829663C4-0049-4E61-AB28-9A4B22E364C8}">
      <dgm:prSet/>
      <dgm:spPr/>
      <dgm:t>
        <a:bodyPr/>
        <a:lstStyle/>
        <a:p>
          <a:endParaRPr lang="en-US"/>
        </a:p>
      </dgm:t>
    </dgm:pt>
    <dgm:pt modelId="{75B68BEB-0B52-4315-B202-BC0C370823A6}" type="sibTrans" cxnId="{829663C4-0049-4E61-AB28-9A4B22E364C8}">
      <dgm:prSet/>
      <dgm:spPr/>
      <dgm:t>
        <a:bodyPr/>
        <a:lstStyle/>
        <a:p>
          <a:endParaRPr lang="en-US"/>
        </a:p>
      </dgm:t>
    </dgm:pt>
    <dgm:pt modelId="{2CB3FF81-F9AF-4A6B-8BFB-32D39D77A364}">
      <dgm:prSet custT="1"/>
      <dgm:spPr/>
      <dgm:t>
        <a:bodyPr/>
        <a:lstStyle/>
        <a:p>
          <a:r>
            <a:rPr lang="en-US" sz="2000"/>
            <a:t>If needed, install dependencies.</a:t>
          </a:r>
          <a:endParaRPr lang="en-US" sz="20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9B62D4D-B622-4813-9189-6ACD2515F271}" type="parTrans" cxnId="{95F38850-706A-4BC6-A9DF-06675EE41DAA}">
      <dgm:prSet/>
      <dgm:spPr/>
      <dgm:t>
        <a:bodyPr/>
        <a:lstStyle/>
        <a:p>
          <a:endParaRPr lang="en-US"/>
        </a:p>
      </dgm:t>
    </dgm:pt>
    <dgm:pt modelId="{7572CC61-0018-4887-9896-C275DB133828}" type="sibTrans" cxnId="{95F38850-706A-4BC6-A9DF-06675EE41DAA}">
      <dgm:prSet/>
      <dgm:spPr/>
      <dgm:t>
        <a:bodyPr/>
        <a:lstStyle/>
        <a:p>
          <a:endParaRPr lang="en-US"/>
        </a:p>
      </dgm:t>
    </dgm:pt>
    <dgm:pt modelId="{A76FF473-38CA-4D0D-92ED-9C4DFA717971}">
      <dgm:prSet custT="1"/>
      <dgm:spPr/>
      <dgm:t>
        <a:bodyPr/>
        <a:lstStyle/>
        <a:p>
          <a:r>
            <a:rPr lang="en-US" sz="2000" dirty="0"/>
            <a:t>Follow setup instructions to configure the software.</a:t>
          </a:r>
        </a:p>
      </dgm:t>
    </dgm:pt>
    <dgm:pt modelId="{710939C0-E495-4D2E-91E8-F11E314E62D4}" type="parTrans" cxnId="{4C833699-F10F-47D4-8F43-97512D6638C5}">
      <dgm:prSet/>
      <dgm:spPr/>
      <dgm:t>
        <a:bodyPr/>
        <a:lstStyle/>
        <a:p>
          <a:endParaRPr lang="en-US"/>
        </a:p>
      </dgm:t>
    </dgm:pt>
    <dgm:pt modelId="{3A393F87-D1C9-4F6E-ACCB-E364AC2A9BF3}" type="sibTrans" cxnId="{4C833699-F10F-47D4-8F43-97512D6638C5}">
      <dgm:prSet/>
      <dgm:spPr/>
      <dgm:t>
        <a:bodyPr/>
        <a:lstStyle/>
        <a:p>
          <a:endParaRPr lang="en-US"/>
        </a:p>
      </dgm:t>
    </dgm:pt>
    <dgm:pt modelId="{4860BD15-7D5E-4BE5-8817-9BEC6232810D}">
      <dgm:prSet custT="1"/>
      <dgm:spPr/>
      <dgm:t>
        <a:bodyPr/>
        <a:lstStyle/>
        <a:p>
          <a:pPr>
            <a:buFontTx/>
            <a:buNone/>
          </a:pPr>
          <a:r>
            <a:rPr lang="en-US" sz="2000" dirty="0"/>
            <a:t>Once everything is installed, you’re ready to use the extension!</a:t>
          </a:r>
        </a:p>
      </dgm:t>
    </dgm:pt>
    <dgm:pt modelId="{36B93DA9-9A10-4B08-9806-BF06D6F1C2FB}" type="parTrans" cxnId="{DCBFBFEB-F143-48A5-B511-6423B18C52C5}">
      <dgm:prSet/>
      <dgm:spPr/>
      <dgm:t>
        <a:bodyPr/>
        <a:lstStyle/>
        <a:p>
          <a:endParaRPr lang="en-US"/>
        </a:p>
      </dgm:t>
    </dgm:pt>
    <dgm:pt modelId="{B1995B70-3ED0-4A9A-94CB-193AF11D86B0}" type="sibTrans" cxnId="{DCBFBFEB-F143-48A5-B511-6423B18C52C5}">
      <dgm:prSet/>
      <dgm:spPr/>
      <dgm:t>
        <a:bodyPr/>
        <a:lstStyle/>
        <a:p>
          <a:endParaRPr lang="en-US"/>
        </a:p>
      </dgm:t>
    </dgm:pt>
    <dgm:pt modelId="{47FFA280-D76D-4FF3-93B6-DB3EDA276832}">
      <dgm:prSet custT="1"/>
      <dgm:spPr/>
      <dgm:t>
        <a:bodyPr/>
        <a:lstStyle/>
        <a:p>
          <a:endParaRPr lang="en-US" sz="2000" dirty="0"/>
        </a:p>
      </dgm:t>
    </dgm:pt>
    <dgm:pt modelId="{7F78CD3F-8B10-4196-A904-814303A09781}" type="parTrans" cxnId="{79EC2D01-190D-42A1-8E46-421F198F595D}">
      <dgm:prSet/>
      <dgm:spPr/>
      <dgm:t>
        <a:bodyPr/>
        <a:lstStyle/>
        <a:p>
          <a:endParaRPr lang="en-US"/>
        </a:p>
      </dgm:t>
    </dgm:pt>
    <dgm:pt modelId="{5D76E906-8317-4052-8068-841656D40021}" type="sibTrans" cxnId="{79EC2D01-190D-42A1-8E46-421F198F595D}">
      <dgm:prSet/>
      <dgm:spPr/>
      <dgm:t>
        <a:bodyPr/>
        <a:lstStyle/>
        <a:p>
          <a:endParaRPr lang="en-US"/>
        </a:p>
      </dgm:t>
    </dgm:pt>
    <dgm:pt modelId="{71D910F4-995A-442C-804C-229F099A7496}">
      <dgm:prSet custT="1"/>
      <dgm:spPr/>
      <dgm:t>
        <a:bodyPr/>
        <a:lstStyle/>
        <a:p>
          <a:pPr>
            <a:buFontTx/>
            <a:buNone/>
          </a:pPr>
          <a:endParaRPr lang="en-US" sz="2000" dirty="0">
            <a:solidFill>
              <a:srgbClr val="FFFF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87ADF22-2F3C-499B-BA0E-DC9C51B7F659}" type="parTrans" cxnId="{AF5C95C8-224A-4C2B-B203-9946D3625B6F}">
      <dgm:prSet/>
      <dgm:spPr/>
      <dgm:t>
        <a:bodyPr/>
        <a:lstStyle/>
        <a:p>
          <a:endParaRPr lang="en-US"/>
        </a:p>
      </dgm:t>
    </dgm:pt>
    <dgm:pt modelId="{ED24A2A3-5C27-40C4-9D31-2520028B41B4}" type="sibTrans" cxnId="{AF5C95C8-224A-4C2B-B203-9946D3625B6F}">
      <dgm:prSet/>
      <dgm:spPr/>
      <dgm:t>
        <a:bodyPr/>
        <a:lstStyle/>
        <a:p>
          <a:endParaRPr lang="en-US"/>
        </a:p>
      </dgm:t>
    </dgm:pt>
    <dgm:pt modelId="{BB371DAD-A6A1-4FCC-9940-81443DEE0859}">
      <dgm:prSet custT="1"/>
      <dgm:spPr/>
      <dgm:t>
        <a:bodyPr/>
        <a:lstStyle/>
        <a:p>
          <a:pPr>
            <a:buFontTx/>
            <a:buNone/>
          </a:pPr>
          <a:endParaRPr lang="en-US" sz="2000" dirty="0"/>
        </a:p>
      </dgm:t>
    </dgm:pt>
    <dgm:pt modelId="{13A62282-3251-4123-BF35-A6BF7BEA5733}" type="parTrans" cxnId="{58D6C616-78E0-4767-82F6-63E19C046A50}">
      <dgm:prSet/>
      <dgm:spPr/>
      <dgm:t>
        <a:bodyPr/>
        <a:lstStyle/>
        <a:p>
          <a:endParaRPr lang="en-US"/>
        </a:p>
      </dgm:t>
    </dgm:pt>
    <dgm:pt modelId="{5D95580D-897E-42BF-B450-EA10C93F8211}" type="sibTrans" cxnId="{58D6C616-78E0-4767-82F6-63E19C046A50}">
      <dgm:prSet/>
      <dgm:spPr/>
      <dgm:t>
        <a:bodyPr/>
        <a:lstStyle/>
        <a:p>
          <a:endParaRPr lang="en-US"/>
        </a:p>
      </dgm:t>
    </dgm:pt>
    <dgm:pt modelId="{AEA69B32-CAE4-4E2A-87BA-3CB32D5972AF}">
      <dgm:prSet custT="1"/>
      <dgm:spPr/>
      <dgm:t>
        <a:bodyPr/>
        <a:lstStyle/>
        <a:p>
          <a:pPr>
            <a:buFontTx/>
            <a:buNone/>
          </a:pPr>
          <a:endParaRPr lang="en-US" sz="2000" dirty="0">
            <a:solidFill>
              <a:srgbClr val="FFFF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157BFDF-485F-45F1-BA28-E1245BDCC820}" type="parTrans" cxnId="{2E370658-A201-4E15-BB12-076BC4AA69BB}">
      <dgm:prSet/>
      <dgm:spPr/>
      <dgm:t>
        <a:bodyPr/>
        <a:lstStyle/>
        <a:p>
          <a:endParaRPr lang="en-US"/>
        </a:p>
      </dgm:t>
    </dgm:pt>
    <dgm:pt modelId="{FEE1E539-5F5E-425B-B029-865F4810AD8B}" type="sibTrans" cxnId="{2E370658-A201-4E15-BB12-076BC4AA69BB}">
      <dgm:prSet/>
      <dgm:spPr/>
      <dgm:t>
        <a:bodyPr/>
        <a:lstStyle/>
        <a:p>
          <a:endParaRPr lang="en-US"/>
        </a:p>
      </dgm:t>
    </dgm:pt>
    <dgm:pt modelId="{B5B0CC88-66F0-46FA-9D3F-2E62B5E33803}">
      <dgm:prSet custT="1"/>
      <dgm:spPr/>
      <dgm:t>
        <a:bodyPr/>
        <a:lstStyle/>
        <a:p>
          <a:r>
            <a: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Including [e.g., setting paths or specific credentials</a:t>
          </a:r>
          <a:r>
            <a:rPr lang="en-US" sz="2000"/>
            <a:t>]</a:t>
          </a:r>
          <a:endParaRPr lang="en-US" sz="2000" dirty="0"/>
        </a:p>
      </dgm:t>
    </dgm:pt>
    <dgm:pt modelId="{AEC29B99-C4A5-4636-A4A9-426F448FE58B}" type="parTrans" cxnId="{D905C72C-57AD-46D7-BB3B-DADCBF76419C}">
      <dgm:prSet/>
      <dgm:spPr/>
      <dgm:t>
        <a:bodyPr/>
        <a:lstStyle/>
        <a:p>
          <a:endParaRPr lang="en-US"/>
        </a:p>
      </dgm:t>
    </dgm:pt>
    <dgm:pt modelId="{FE1BA812-6A2F-4773-9F2F-B18A32D073EA}" type="sibTrans" cxnId="{D905C72C-57AD-46D7-BB3B-DADCBF76419C}">
      <dgm:prSet/>
      <dgm:spPr/>
      <dgm:t>
        <a:bodyPr/>
        <a:lstStyle/>
        <a:p>
          <a:endParaRPr lang="en-US"/>
        </a:p>
      </dgm:t>
    </dgm:pt>
    <dgm:pt modelId="{3192CE29-17FC-4089-9F39-68BAF0D26B36}" type="pres">
      <dgm:prSet presAssocID="{2E7E704A-2F35-4805-9AF1-98601184D4F5}" presName="Name0" presStyleCnt="0">
        <dgm:presLayoutVars>
          <dgm:dir/>
          <dgm:resizeHandles val="exact"/>
        </dgm:presLayoutVars>
      </dgm:prSet>
      <dgm:spPr/>
    </dgm:pt>
    <dgm:pt modelId="{726B16C9-E51B-4E2A-839A-9497FE569DA2}" type="pres">
      <dgm:prSet presAssocID="{7751922B-4C53-40F7-A762-EC6FF1252DE7}" presName="node" presStyleLbl="node1" presStyleIdx="0" presStyleCnt="1" custScaleY="80241" custLinFactNeighborX="-246" custLinFactNeighborY="685">
        <dgm:presLayoutVars>
          <dgm:bulletEnabled val="1"/>
        </dgm:presLayoutVars>
      </dgm:prSet>
      <dgm:spPr/>
    </dgm:pt>
  </dgm:ptLst>
  <dgm:cxnLst>
    <dgm:cxn modelId="{79EC2D01-190D-42A1-8E46-421F198F595D}" srcId="{7751922B-4C53-40F7-A762-EC6FF1252DE7}" destId="{47FFA280-D76D-4FF3-93B6-DB3EDA276832}" srcOrd="7" destOrd="0" parTransId="{7F78CD3F-8B10-4196-A904-814303A09781}" sibTransId="{5D76E906-8317-4052-8068-841656D40021}"/>
    <dgm:cxn modelId="{5CE61505-6957-436C-A53F-64FB990F108B}" type="presOf" srcId="{2CB3FF81-F9AF-4A6B-8BFB-32D39D77A364}" destId="{726B16C9-E51B-4E2A-839A-9497FE569DA2}" srcOrd="0" destOrd="5" presId="urn:microsoft.com/office/officeart/2016/7/layout/RepeatingBendingProcessNew"/>
    <dgm:cxn modelId="{EF5B1315-F55C-4C04-8D9C-F5CBDC9C14AD}" type="presOf" srcId="{A76FF473-38CA-4D0D-92ED-9C4DFA717971}" destId="{726B16C9-E51B-4E2A-839A-9497FE569DA2}" srcOrd="0" destOrd="7" presId="urn:microsoft.com/office/officeart/2016/7/layout/RepeatingBendingProcessNew"/>
    <dgm:cxn modelId="{58D6C616-78E0-4767-82F6-63E19C046A50}" srcId="{7751922B-4C53-40F7-A762-EC6FF1252DE7}" destId="{BB371DAD-A6A1-4FCC-9940-81443DEE0859}" srcOrd="3" destOrd="0" parTransId="{13A62282-3251-4123-BF35-A6BF7BEA5733}" sibTransId="{5D95580D-897E-42BF-B450-EA10C93F8211}"/>
    <dgm:cxn modelId="{82FA7B27-F5D2-4E85-B9EA-EC18B13294EA}" type="presOf" srcId="{7751922B-4C53-40F7-A762-EC6FF1252DE7}" destId="{726B16C9-E51B-4E2A-839A-9497FE569DA2}" srcOrd="0" destOrd="0" presId="urn:microsoft.com/office/officeart/2016/7/layout/RepeatingBendingProcessNew"/>
    <dgm:cxn modelId="{D905C72C-57AD-46D7-BB3B-DADCBF76419C}" srcId="{A76FF473-38CA-4D0D-92ED-9C4DFA717971}" destId="{B5B0CC88-66F0-46FA-9D3F-2E62B5E33803}" srcOrd="0" destOrd="0" parTransId="{AEC29B99-C4A5-4636-A4A9-426F448FE58B}" sibTransId="{FE1BA812-6A2F-4773-9F2F-B18A32D073EA}"/>
    <dgm:cxn modelId="{8D31FE3C-E779-4447-AE7E-F56CC67987C9}" type="presOf" srcId="{4860BD15-7D5E-4BE5-8817-9BEC6232810D}" destId="{726B16C9-E51B-4E2A-839A-9497FE569DA2}" srcOrd="0" destOrd="10" presId="urn:microsoft.com/office/officeart/2016/7/layout/RepeatingBendingProcessNew"/>
    <dgm:cxn modelId="{68EED74E-6806-4A66-BF54-C7E89CB0739D}" type="presOf" srcId="{AEA69B32-CAE4-4E2A-87BA-3CB32D5972AF}" destId="{726B16C9-E51B-4E2A-839A-9497FE569DA2}" srcOrd="0" destOrd="6" presId="urn:microsoft.com/office/officeart/2016/7/layout/RepeatingBendingProcessNew"/>
    <dgm:cxn modelId="{F483CC6F-8849-478B-882C-8872634F2B95}" srcId="{7751922B-4C53-40F7-A762-EC6FF1252DE7}" destId="{536C76A2-6B45-4889-89D5-8B3A727E0437}" srcOrd="0" destOrd="0" parTransId="{C030E183-E7AB-4ADA-BDB1-86A22242DB5B}" sibTransId="{15DB7751-D083-4609-B2AB-DC3A077E9247}"/>
    <dgm:cxn modelId="{95F38850-706A-4BC6-A9DF-06675EE41DAA}" srcId="{7751922B-4C53-40F7-A762-EC6FF1252DE7}" destId="{2CB3FF81-F9AF-4A6B-8BFB-32D39D77A364}" srcOrd="4" destOrd="0" parTransId="{59B62D4D-B622-4813-9189-6ACD2515F271}" sibTransId="{7572CC61-0018-4887-9896-C275DB133828}"/>
    <dgm:cxn modelId="{2E370658-A201-4E15-BB12-076BC4AA69BB}" srcId="{7751922B-4C53-40F7-A762-EC6FF1252DE7}" destId="{AEA69B32-CAE4-4E2A-87BA-3CB32D5972AF}" srcOrd="5" destOrd="0" parTransId="{8157BFDF-485F-45F1-BA28-E1245BDCC820}" sibTransId="{FEE1E539-5F5E-425B-B029-865F4810AD8B}"/>
    <dgm:cxn modelId="{57680787-C15A-4205-BCED-78ED7E6F71B4}" type="presOf" srcId="{71D910F4-995A-442C-804C-229F099A7496}" destId="{726B16C9-E51B-4E2A-839A-9497FE569DA2}" srcOrd="0" destOrd="2" presId="urn:microsoft.com/office/officeart/2016/7/layout/RepeatingBendingProcessNew"/>
    <dgm:cxn modelId="{1C1A1994-4839-46F6-A8DB-8D85B8330B0B}" type="presOf" srcId="{CADD3229-B1DA-4F2D-A8AF-BC174010BD81}" destId="{726B16C9-E51B-4E2A-839A-9497FE569DA2}" srcOrd="0" destOrd="3" presId="urn:microsoft.com/office/officeart/2016/7/layout/RepeatingBendingProcessNew"/>
    <dgm:cxn modelId="{4C833699-F10F-47D4-8F43-97512D6638C5}" srcId="{7751922B-4C53-40F7-A762-EC6FF1252DE7}" destId="{A76FF473-38CA-4D0D-92ED-9C4DFA717971}" srcOrd="6" destOrd="0" parTransId="{710939C0-E495-4D2E-91E8-F11E314E62D4}" sibTransId="{3A393F87-D1C9-4F6E-ACCB-E364AC2A9BF3}"/>
    <dgm:cxn modelId="{672DB69D-484E-42E9-93AC-FDCF9E4EF678}" srcId="{2E7E704A-2F35-4805-9AF1-98601184D4F5}" destId="{7751922B-4C53-40F7-A762-EC6FF1252DE7}" srcOrd="0" destOrd="0" parTransId="{42D9F7BB-1FC4-4FC7-B47A-3E1158957C6D}" sibTransId="{5352C64A-62E5-4385-A08F-7A44F87A054E}"/>
    <dgm:cxn modelId="{385E52A4-0FE9-4A56-B6FE-9F6325C5EF10}" type="presOf" srcId="{536C76A2-6B45-4889-89D5-8B3A727E0437}" destId="{726B16C9-E51B-4E2A-839A-9497FE569DA2}" srcOrd="0" destOrd="1" presId="urn:microsoft.com/office/officeart/2016/7/layout/RepeatingBendingProcessNew"/>
    <dgm:cxn modelId="{532954A7-F49F-400D-9196-BDD353E16B2B}" type="presOf" srcId="{B5B0CC88-66F0-46FA-9D3F-2E62B5E33803}" destId="{726B16C9-E51B-4E2A-839A-9497FE569DA2}" srcOrd="0" destOrd="8" presId="urn:microsoft.com/office/officeart/2016/7/layout/RepeatingBendingProcessNew"/>
    <dgm:cxn modelId="{829663C4-0049-4E61-AB28-9A4B22E364C8}" srcId="{7751922B-4C53-40F7-A762-EC6FF1252DE7}" destId="{CADD3229-B1DA-4F2D-A8AF-BC174010BD81}" srcOrd="2" destOrd="0" parTransId="{9244AFF6-0971-442A-82F5-0CA18BDF5B20}" sibTransId="{75B68BEB-0B52-4315-B202-BC0C370823A6}"/>
    <dgm:cxn modelId="{AF5C95C8-224A-4C2B-B203-9946D3625B6F}" srcId="{7751922B-4C53-40F7-A762-EC6FF1252DE7}" destId="{71D910F4-995A-442C-804C-229F099A7496}" srcOrd="1" destOrd="0" parTransId="{987ADF22-2F3C-499B-BA0E-DC9C51B7F659}" sibTransId="{ED24A2A3-5C27-40C4-9D31-2520028B41B4}"/>
    <dgm:cxn modelId="{BE61D1CB-DBA0-4530-9E7C-C601B3BC9F6C}" type="presOf" srcId="{BB371DAD-A6A1-4FCC-9940-81443DEE0859}" destId="{726B16C9-E51B-4E2A-839A-9497FE569DA2}" srcOrd="0" destOrd="4" presId="urn:microsoft.com/office/officeart/2016/7/layout/RepeatingBendingProcessNew"/>
    <dgm:cxn modelId="{41284AD0-902C-49FB-9145-809CA6474758}" type="presOf" srcId="{2E7E704A-2F35-4805-9AF1-98601184D4F5}" destId="{3192CE29-17FC-4089-9F39-68BAF0D26B36}" srcOrd="0" destOrd="0" presId="urn:microsoft.com/office/officeart/2016/7/layout/RepeatingBendingProcessNew"/>
    <dgm:cxn modelId="{DCBFBFEB-F143-48A5-B511-6423B18C52C5}" srcId="{7751922B-4C53-40F7-A762-EC6FF1252DE7}" destId="{4860BD15-7D5E-4BE5-8817-9BEC6232810D}" srcOrd="8" destOrd="0" parTransId="{36B93DA9-9A10-4B08-9806-BF06D6F1C2FB}" sibTransId="{B1995B70-3ED0-4A9A-94CB-193AF11D86B0}"/>
    <dgm:cxn modelId="{7B3CD1F6-824D-4090-9A7C-B4FAD9540B35}" type="presOf" srcId="{47FFA280-D76D-4FF3-93B6-DB3EDA276832}" destId="{726B16C9-E51B-4E2A-839A-9497FE569DA2}" srcOrd="0" destOrd="9" presId="urn:microsoft.com/office/officeart/2016/7/layout/RepeatingBendingProcessNew"/>
    <dgm:cxn modelId="{63355055-A934-47E5-A0D3-E0C791321276}" type="presParOf" srcId="{3192CE29-17FC-4089-9F39-68BAF0D26B36}" destId="{726B16C9-E51B-4E2A-839A-9497FE569DA2}" srcOrd="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B345817-40BD-483A-B6F6-C467C99970AD}" type="doc">
      <dgm:prSet loTypeId="urn:microsoft.com/office/officeart/2005/8/layout/hList1" loCatId="list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9B7E1F3-F1F5-4ED5-8668-D5B33A043760}">
      <dgm:prSet phldrT="[Text]"/>
      <dgm:spPr/>
      <dgm:t>
        <a:bodyPr/>
        <a:lstStyle/>
        <a:p>
          <a:r>
            <a:rPr lang="en-US" dirty="0"/>
            <a:t>Issues</a:t>
          </a:r>
        </a:p>
      </dgm:t>
    </dgm:pt>
    <dgm:pt modelId="{B3DB3A51-5DEC-4C9D-9F3E-AE6DF9B8D565}" type="parTrans" cxnId="{33E3828C-9B4E-4D8D-A406-D562D118A9A4}">
      <dgm:prSet/>
      <dgm:spPr/>
      <dgm:t>
        <a:bodyPr/>
        <a:lstStyle/>
        <a:p>
          <a:endParaRPr lang="en-US"/>
        </a:p>
      </dgm:t>
    </dgm:pt>
    <dgm:pt modelId="{3F91D78E-FA55-450D-9F6E-6DECE5767983}" type="sibTrans" cxnId="{33E3828C-9B4E-4D8D-A406-D562D118A9A4}">
      <dgm:prSet/>
      <dgm:spPr/>
      <dgm:t>
        <a:bodyPr/>
        <a:lstStyle/>
        <a:p>
          <a:endParaRPr lang="en-US"/>
        </a:p>
      </dgm:t>
    </dgm:pt>
    <dgm:pt modelId="{978F3E25-159A-4EE7-8130-67649DAF7F0C}">
      <dgm:prSet phldrT="[Text]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dirty="0"/>
            <a:t>Trouble Shoot issues</a:t>
          </a:r>
        </a:p>
      </dgm:t>
    </dgm:pt>
    <dgm:pt modelId="{B03D0F78-CDDB-43E3-8D4E-EA0002CB5D37}" type="parTrans" cxnId="{2E2854A6-EADD-4BA8-B192-69E2634BCAC3}">
      <dgm:prSet/>
      <dgm:spPr/>
      <dgm:t>
        <a:bodyPr/>
        <a:lstStyle/>
        <a:p>
          <a:endParaRPr lang="en-US"/>
        </a:p>
      </dgm:t>
    </dgm:pt>
    <dgm:pt modelId="{A86CF2D9-AEDC-418A-9F90-B58C9586EDF7}" type="sibTrans" cxnId="{2E2854A6-EADD-4BA8-B192-69E2634BCAC3}">
      <dgm:prSet/>
      <dgm:spPr/>
      <dgm:t>
        <a:bodyPr/>
        <a:lstStyle/>
        <a:p>
          <a:endParaRPr lang="en-US"/>
        </a:p>
      </dgm:t>
    </dgm:pt>
    <dgm:pt modelId="{916793E2-50B2-40FF-A606-4FC6B13D24FD}">
      <dgm:prSet phldrT="[Text]"/>
      <dgm:spPr/>
      <dgm:t>
        <a:bodyPr/>
        <a:lstStyle/>
        <a:p>
          <a:r>
            <a:rPr lang="en-US" dirty="0"/>
            <a:t>Errors</a:t>
          </a:r>
        </a:p>
      </dgm:t>
    </dgm:pt>
    <dgm:pt modelId="{EBF2341D-1D2A-4331-B93E-C749B0D4E34A}" type="parTrans" cxnId="{39054DD1-EE2E-4BDA-BD75-EE42BE59FBD7}">
      <dgm:prSet/>
      <dgm:spPr/>
      <dgm:t>
        <a:bodyPr/>
        <a:lstStyle/>
        <a:p>
          <a:endParaRPr lang="en-US"/>
        </a:p>
      </dgm:t>
    </dgm:pt>
    <dgm:pt modelId="{3674EE14-77C0-49A8-8675-8EAE6DEEFBF3}" type="sibTrans" cxnId="{39054DD1-EE2E-4BDA-BD75-EE42BE59FBD7}">
      <dgm:prSet/>
      <dgm:spPr/>
      <dgm:t>
        <a:bodyPr/>
        <a:lstStyle/>
        <a:p>
          <a:endParaRPr lang="en-US"/>
        </a:p>
      </dgm:t>
    </dgm:pt>
    <dgm:pt modelId="{5B1387BE-F006-4744-A09F-FD53109D93A9}">
      <dgm:prSet phldrT="[Text]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dirty="0"/>
            <a:t>Monitor logs to identify errors </a:t>
          </a:r>
        </a:p>
      </dgm:t>
    </dgm:pt>
    <dgm:pt modelId="{1808CD55-1178-4238-9C30-624C1019394A}" type="parTrans" cxnId="{0D82F66A-8093-4CFF-87F8-CF6DE2759940}">
      <dgm:prSet/>
      <dgm:spPr/>
      <dgm:t>
        <a:bodyPr/>
        <a:lstStyle/>
        <a:p>
          <a:endParaRPr lang="en-US"/>
        </a:p>
      </dgm:t>
    </dgm:pt>
    <dgm:pt modelId="{295EA2F7-B3AD-496C-9A59-2D278BE9B858}" type="sibTrans" cxnId="{0D82F66A-8093-4CFF-87F8-CF6DE2759940}">
      <dgm:prSet/>
      <dgm:spPr/>
      <dgm:t>
        <a:bodyPr/>
        <a:lstStyle/>
        <a:p>
          <a:endParaRPr lang="en-US"/>
        </a:p>
      </dgm:t>
    </dgm:pt>
    <dgm:pt modelId="{FBC0D863-6BFF-4681-BCD0-53826CD9A1D3}">
      <dgm:prSet phldrT="[Text]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dirty="0"/>
            <a:t>Software Updates</a:t>
          </a:r>
        </a:p>
      </dgm:t>
    </dgm:pt>
    <dgm:pt modelId="{933057CD-E01C-4D8D-BB41-FBBE8CE3CBA1}" type="sibTrans" cxnId="{D4D74FE8-75F8-4E20-A295-F9C0EC44792E}">
      <dgm:prSet/>
      <dgm:spPr/>
      <dgm:t>
        <a:bodyPr/>
        <a:lstStyle/>
        <a:p>
          <a:endParaRPr lang="en-US"/>
        </a:p>
      </dgm:t>
    </dgm:pt>
    <dgm:pt modelId="{CFD59A07-3830-49CE-B06B-F2B48E3E223A}" type="parTrans" cxnId="{D4D74FE8-75F8-4E20-A295-F9C0EC44792E}">
      <dgm:prSet/>
      <dgm:spPr/>
      <dgm:t>
        <a:bodyPr/>
        <a:lstStyle/>
        <a:p>
          <a:endParaRPr lang="en-US"/>
        </a:p>
      </dgm:t>
    </dgm:pt>
    <dgm:pt modelId="{0A291831-901B-4F2C-B1CD-A476726A02D6}">
      <dgm:prSet phldrT="[Text]"/>
      <dgm:spPr/>
      <dgm:t>
        <a:bodyPr/>
        <a:lstStyle/>
        <a:p>
          <a:r>
            <a:rPr lang="en-US" dirty="0"/>
            <a:t>Updates</a:t>
          </a:r>
        </a:p>
      </dgm:t>
    </dgm:pt>
    <dgm:pt modelId="{EFC23D30-85EA-4978-B01B-1E043244466B}" type="sibTrans" cxnId="{DE4F60D2-885E-4A1E-8142-6F19DFFE07E9}">
      <dgm:prSet/>
      <dgm:spPr/>
      <dgm:t>
        <a:bodyPr/>
        <a:lstStyle/>
        <a:p>
          <a:endParaRPr lang="en-US"/>
        </a:p>
      </dgm:t>
    </dgm:pt>
    <dgm:pt modelId="{1D817777-8E0A-49A5-B0B0-7CD125CB565D}" type="parTrans" cxnId="{DE4F60D2-885E-4A1E-8142-6F19DFFE07E9}">
      <dgm:prSet/>
      <dgm:spPr/>
      <dgm:t>
        <a:bodyPr/>
        <a:lstStyle/>
        <a:p>
          <a:endParaRPr lang="en-US"/>
        </a:p>
      </dgm:t>
    </dgm:pt>
    <dgm:pt modelId="{D2A9998A-F156-4A63-8165-FAE7CCF85877}" type="pres">
      <dgm:prSet presAssocID="{5B345817-40BD-483A-B6F6-C467C99970AD}" presName="Name0" presStyleCnt="0">
        <dgm:presLayoutVars>
          <dgm:dir/>
          <dgm:animLvl val="lvl"/>
          <dgm:resizeHandles val="exact"/>
        </dgm:presLayoutVars>
      </dgm:prSet>
      <dgm:spPr/>
    </dgm:pt>
    <dgm:pt modelId="{EE18B6FD-BD0A-4CA6-96AE-38082138C18A}" type="pres">
      <dgm:prSet presAssocID="{0A291831-901B-4F2C-B1CD-A476726A02D6}" presName="composite" presStyleCnt="0"/>
      <dgm:spPr/>
    </dgm:pt>
    <dgm:pt modelId="{4DC63DCC-61A0-47EC-AB3A-530863FF3CFC}" type="pres">
      <dgm:prSet presAssocID="{0A291831-901B-4F2C-B1CD-A476726A02D6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319EEB8D-95FE-46FB-904C-73595D81F05D}" type="pres">
      <dgm:prSet presAssocID="{0A291831-901B-4F2C-B1CD-A476726A02D6}" presName="desTx" presStyleLbl="alignAccFollowNode1" presStyleIdx="0" presStyleCnt="3">
        <dgm:presLayoutVars>
          <dgm:bulletEnabled val="1"/>
        </dgm:presLayoutVars>
      </dgm:prSet>
      <dgm:spPr/>
    </dgm:pt>
    <dgm:pt modelId="{97FA056E-D3C5-482B-93E3-C12F016F5150}" type="pres">
      <dgm:prSet presAssocID="{EFC23D30-85EA-4978-B01B-1E043244466B}" presName="space" presStyleCnt="0"/>
      <dgm:spPr/>
    </dgm:pt>
    <dgm:pt modelId="{5D6A338E-EFE5-4ED0-9816-1145A3B457EF}" type="pres">
      <dgm:prSet presAssocID="{C9B7E1F3-F1F5-4ED5-8668-D5B33A043760}" presName="composite" presStyleCnt="0"/>
      <dgm:spPr/>
    </dgm:pt>
    <dgm:pt modelId="{7693ADB5-3589-4A9A-9EB7-87272AA95A62}" type="pres">
      <dgm:prSet presAssocID="{C9B7E1F3-F1F5-4ED5-8668-D5B33A043760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637FC64C-CE87-47DB-9F55-B4E8310FDEA2}" type="pres">
      <dgm:prSet presAssocID="{C9B7E1F3-F1F5-4ED5-8668-D5B33A043760}" presName="desTx" presStyleLbl="alignAccFollowNode1" presStyleIdx="1" presStyleCnt="3">
        <dgm:presLayoutVars>
          <dgm:bulletEnabled val="1"/>
        </dgm:presLayoutVars>
      </dgm:prSet>
      <dgm:spPr/>
    </dgm:pt>
    <dgm:pt modelId="{7D3E1A02-0FE4-4701-9DF8-5FF387EF41A9}" type="pres">
      <dgm:prSet presAssocID="{3F91D78E-FA55-450D-9F6E-6DECE5767983}" presName="space" presStyleCnt="0"/>
      <dgm:spPr/>
    </dgm:pt>
    <dgm:pt modelId="{11CED19C-BF07-4CEA-9A9A-253EA6E920F9}" type="pres">
      <dgm:prSet presAssocID="{916793E2-50B2-40FF-A606-4FC6B13D24FD}" presName="composite" presStyleCnt="0"/>
      <dgm:spPr/>
    </dgm:pt>
    <dgm:pt modelId="{77B0771D-9922-4593-A18C-3A2D05B455EE}" type="pres">
      <dgm:prSet presAssocID="{916793E2-50B2-40FF-A606-4FC6B13D24FD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000DA086-0F7E-4144-8052-8498008A4996}" type="pres">
      <dgm:prSet presAssocID="{916793E2-50B2-40FF-A606-4FC6B13D24FD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2F62AB25-3658-4AC7-A563-C3B4D3952126}" type="presOf" srcId="{978F3E25-159A-4EE7-8130-67649DAF7F0C}" destId="{637FC64C-CE87-47DB-9F55-B4E8310FDEA2}" srcOrd="0" destOrd="0" presId="urn:microsoft.com/office/officeart/2005/8/layout/hList1"/>
    <dgm:cxn modelId="{A9C84237-6FEA-4386-A679-E5EB1C48393D}" type="presOf" srcId="{5B1387BE-F006-4744-A09F-FD53109D93A9}" destId="{000DA086-0F7E-4144-8052-8498008A4996}" srcOrd="0" destOrd="0" presId="urn:microsoft.com/office/officeart/2005/8/layout/hList1"/>
    <dgm:cxn modelId="{DDCC8738-B71A-4D26-B1C6-92A6076C032A}" type="presOf" srcId="{0A291831-901B-4F2C-B1CD-A476726A02D6}" destId="{4DC63DCC-61A0-47EC-AB3A-530863FF3CFC}" srcOrd="0" destOrd="0" presId="urn:microsoft.com/office/officeart/2005/8/layout/hList1"/>
    <dgm:cxn modelId="{B756A83F-DF93-4D2E-8F9C-8DA8A449D6A6}" type="presOf" srcId="{5B345817-40BD-483A-B6F6-C467C99970AD}" destId="{D2A9998A-F156-4A63-8165-FAE7CCF85877}" srcOrd="0" destOrd="0" presId="urn:microsoft.com/office/officeart/2005/8/layout/hList1"/>
    <dgm:cxn modelId="{2854706A-BFCE-46ED-AFDE-CBD41D884089}" type="presOf" srcId="{916793E2-50B2-40FF-A606-4FC6B13D24FD}" destId="{77B0771D-9922-4593-A18C-3A2D05B455EE}" srcOrd="0" destOrd="0" presId="urn:microsoft.com/office/officeart/2005/8/layout/hList1"/>
    <dgm:cxn modelId="{0D82F66A-8093-4CFF-87F8-CF6DE2759940}" srcId="{916793E2-50B2-40FF-A606-4FC6B13D24FD}" destId="{5B1387BE-F006-4744-A09F-FD53109D93A9}" srcOrd="0" destOrd="0" parTransId="{1808CD55-1178-4238-9C30-624C1019394A}" sibTransId="{295EA2F7-B3AD-496C-9A59-2D278BE9B858}"/>
    <dgm:cxn modelId="{33E3828C-9B4E-4D8D-A406-D562D118A9A4}" srcId="{5B345817-40BD-483A-B6F6-C467C99970AD}" destId="{C9B7E1F3-F1F5-4ED5-8668-D5B33A043760}" srcOrd="1" destOrd="0" parTransId="{B3DB3A51-5DEC-4C9D-9F3E-AE6DF9B8D565}" sibTransId="{3F91D78E-FA55-450D-9F6E-6DECE5767983}"/>
    <dgm:cxn modelId="{2E2854A6-EADD-4BA8-B192-69E2634BCAC3}" srcId="{C9B7E1F3-F1F5-4ED5-8668-D5B33A043760}" destId="{978F3E25-159A-4EE7-8130-67649DAF7F0C}" srcOrd="0" destOrd="0" parTransId="{B03D0F78-CDDB-43E3-8D4E-EA0002CB5D37}" sibTransId="{A86CF2D9-AEDC-418A-9F90-B58C9586EDF7}"/>
    <dgm:cxn modelId="{F84A2DB0-965C-4B0F-8F5C-DD935A924244}" type="presOf" srcId="{FBC0D863-6BFF-4681-BCD0-53826CD9A1D3}" destId="{319EEB8D-95FE-46FB-904C-73595D81F05D}" srcOrd="0" destOrd="0" presId="urn:microsoft.com/office/officeart/2005/8/layout/hList1"/>
    <dgm:cxn modelId="{D3EAE0C0-2F9A-4170-8CA8-B12D1343F5BD}" type="presOf" srcId="{C9B7E1F3-F1F5-4ED5-8668-D5B33A043760}" destId="{7693ADB5-3589-4A9A-9EB7-87272AA95A62}" srcOrd="0" destOrd="0" presId="urn:microsoft.com/office/officeart/2005/8/layout/hList1"/>
    <dgm:cxn modelId="{39054DD1-EE2E-4BDA-BD75-EE42BE59FBD7}" srcId="{5B345817-40BD-483A-B6F6-C467C99970AD}" destId="{916793E2-50B2-40FF-A606-4FC6B13D24FD}" srcOrd="2" destOrd="0" parTransId="{EBF2341D-1D2A-4331-B93E-C749B0D4E34A}" sibTransId="{3674EE14-77C0-49A8-8675-8EAE6DEEFBF3}"/>
    <dgm:cxn modelId="{DE4F60D2-885E-4A1E-8142-6F19DFFE07E9}" srcId="{5B345817-40BD-483A-B6F6-C467C99970AD}" destId="{0A291831-901B-4F2C-B1CD-A476726A02D6}" srcOrd="0" destOrd="0" parTransId="{1D817777-8E0A-49A5-B0B0-7CD125CB565D}" sibTransId="{EFC23D30-85EA-4978-B01B-1E043244466B}"/>
    <dgm:cxn modelId="{D4D74FE8-75F8-4E20-A295-F9C0EC44792E}" srcId="{0A291831-901B-4F2C-B1CD-A476726A02D6}" destId="{FBC0D863-6BFF-4681-BCD0-53826CD9A1D3}" srcOrd="0" destOrd="0" parTransId="{CFD59A07-3830-49CE-B06B-F2B48E3E223A}" sibTransId="{933057CD-E01C-4D8D-BB41-FBBE8CE3CBA1}"/>
    <dgm:cxn modelId="{E1246EAB-6664-4599-B72E-38EA4AC689D4}" type="presParOf" srcId="{D2A9998A-F156-4A63-8165-FAE7CCF85877}" destId="{EE18B6FD-BD0A-4CA6-96AE-38082138C18A}" srcOrd="0" destOrd="0" presId="urn:microsoft.com/office/officeart/2005/8/layout/hList1"/>
    <dgm:cxn modelId="{2B72C07C-8842-4629-BB57-EC8A4681FAA6}" type="presParOf" srcId="{EE18B6FD-BD0A-4CA6-96AE-38082138C18A}" destId="{4DC63DCC-61A0-47EC-AB3A-530863FF3CFC}" srcOrd="0" destOrd="0" presId="urn:microsoft.com/office/officeart/2005/8/layout/hList1"/>
    <dgm:cxn modelId="{B0DAAE63-A266-42F8-8897-177D30E4B4A1}" type="presParOf" srcId="{EE18B6FD-BD0A-4CA6-96AE-38082138C18A}" destId="{319EEB8D-95FE-46FB-904C-73595D81F05D}" srcOrd="1" destOrd="0" presId="urn:microsoft.com/office/officeart/2005/8/layout/hList1"/>
    <dgm:cxn modelId="{3D26E470-1905-4E25-8495-4D7B292CF6B5}" type="presParOf" srcId="{D2A9998A-F156-4A63-8165-FAE7CCF85877}" destId="{97FA056E-D3C5-482B-93E3-C12F016F5150}" srcOrd="1" destOrd="0" presId="urn:microsoft.com/office/officeart/2005/8/layout/hList1"/>
    <dgm:cxn modelId="{AA2FF34D-13DD-431E-B306-ED3878B0EF41}" type="presParOf" srcId="{D2A9998A-F156-4A63-8165-FAE7CCF85877}" destId="{5D6A338E-EFE5-4ED0-9816-1145A3B457EF}" srcOrd="2" destOrd="0" presId="urn:microsoft.com/office/officeart/2005/8/layout/hList1"/>
    <dgm:cxn modelId="{A7052B7A-3D26-4D3D-8C41-52B6BACB6A74}" type="presParOf" srcId="{5D6A338E-EFE5-4ED0-9816-1145A3B457EF}" destId="{7693ADB5-3589-4A9A-9EB7-87272AA95A62}" srcOrd="0" destOrd="0" presId="urn:microsoft.com/office/officeart/2005/8/layout/hList1"/>
    <dgm:cxn modelId="{D91B1652-8A50-4F3A-AFFC-3314CEF1507D}" type="presParOf" srcId="{5D6A338E-EFE5-4ED0-9816-1145A3B457EF}" destId="{637FC64C-CE87-47DB-9F55-B4E8310FDEA2}" srcOrd="1" destOrd="0" presId="urn:microsoft.com/office/officeart/2005/8/layout/hList1"/>
    <dgm:cxn modelId="{D8372CFA-678A-4737-94E0-1FBD2F690FBA}" type="presParOf" srcId="{D2A9998A-F156-4A63-8165-FAE7CCF85877}" destId="{7D3E1A02-0FE4-4701-9DF8-5FF387EF41A9}" srcOrd="3" destOrd="0" presId="urn:microsoft.com/office/officeart/2005/8/layout/hList1"/>
    <dgm:cxn modelId="{62FA3F8B-476F-413C-BA48-97507796F65A}" type="presParOf" srcId="{D2A9998A-F156-4A63-8165-FAE7CCF85877}" destId="{11CED19C-BF07-4CEA-9A9A-253EA6E920F9}" srcOrd="4" destOrd="0" presId="urn:microsoft.com/office/officeart/2005/8/layout/hList1"/>
    <dgm:cxn modelId="{4EA2FA88-ABBF-4D0C-9EF7-EA1B1D3C078D}" type="presParOf" srcId="{11CED19C-BF07-4CEA-9A9A-253EA6E920F9}" destId="{77B0771D-9922-4593-A18C-3A2D05B455EE}" srcOrd="0" destOrd="0" presId="urn:microsoft.com/office/officeart/2005/8/layout/hList1"/>
    <dgm:cxn modelId="{035669AD-A356-41E0-BD90-7E757B84333B}" type="presParOf" srcId="{11CED19C-BF07-4CEA-9A9A-253EA6E920F9}" destId="{000DA086-0F7E-4144-8052-8498008A499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D0DBF55-79DC-40A7-BB0F-00731FE0BBFA}" type="doc">
      <dgm:prSet loTypeId="urn:microsoft.com/office/officeart/2005/8/layout/hList6" loCatId="list" qsTypeId="urn:microsoft.com/office/officeart/2005/8/quickstyle/3d1" qsCatId="3D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1F257FB7-E4B0-4CDB-A8A2-82E86F09468F}">
      <dgm:prSet phldrT="[Text]"/>
      <dgm:spPr/>
      <dgm:t>
        <a:bodyPr/>
        <a:lstStyle/>
        <a:p>
          <a:endParaRPr lang="en-US" dirty="0"/>
        </a:p>
        <a:p>
          <a:endParaRPr lang="en-US" dirty="0"/>
        </a:p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Cloning the  Source Code </a:t>
          </a:r>
        </a:p>
      </dgm:t>
    </dgm:pt>
    <dgm:pt modelId="{2C7B650C-4C39-4303-8A70-A40B0488DB22}" type="parTrans" cxnId="{05D6A349-F080-497D-A9C4-35C096778066}">
      <dgm:prSet/>
      <dgm:spPr/>
      <dgm:t>
        <a:bodyPr/>
        <a:lstStyle/>
        <a:p>
          <a:endParaRPr lang="en-US"/>
        </a:p>
      </dgm:t>
    </dgm:pt>
    <dgm:pt modelId="{589E1340-AB15-49FB-A705-462E494BBEBC}" type="sibTrans" cxnId="{05D6A349-F080-497D-A9C4-35C096778066}">
      <dgm:prSet/>
      <dgm:spPr/>
      <dgm:t>
        <a:bodyPr/>
        <a:lstStyle/>
        <a:p>
          <a:endParaRPr lang="en-US"/>
        </a:p>
      </dgm:t>
    </dgm:pt>
    <dgm:pt modelId="{640E2F5A-2DFF-44DC-836B-98EB973879AC}">
      <dgm:prSet phldrT="[Text]"/>
      <dgm:spPr/>
      <dgm:t>
        <a:bodyPr/>
        <a:lstStyle/>
        <a:p>
          <a:r>
            <a:rPr lang="en-US" dirty="0"/>
            <a:t>Set up the environment</a:t>
          </a:r>
        </a:p>
      </dgm:t>
    </dgm:pt>
    <dgm:pt modelId="{5A764D3D-DFC7-4949-85FE-126945FE984D}" type="parTrans" cxnId="{22F4F455-EA39-4C95-A70A-4A800CCAC771}">
      <dgm:prSet/>
      <dgm:spPr/>
      <dgm:t>
        <a:bodyPr/>
        <a:lstStyle/>
        <a:p>
          <a:endParaRPr lang="en-US"/>
        </a:p>
      </dgm:t>
    </dgm:pt>
    <dgm:pt modelId="{252E79BF-ECD4-4D40-B36A-90CB0CD5146A}" type="sibTrans" cxnId="{22F4F455-EA39-4C95-A70A-4A800CCAC771}">
      <dgm:prSet/>
      <dgm:spPr/>
      <dgm:t>
        <a:bodyPr/>
        <a:lstStyle/>
        <a:p>
          <a:endParaRPr lang="en-US"/>
        </a:p>
      </dgm:t>
    </dgm:pt>
    <dgm:pt modelId="{3284C0C6-350E-4E2E-957A-8BD229CB7829}">
      <dgm:prSet phldrT="[Text]"/>
      <dgm:spPr/>
      <dgm:t>
        <a:bodyPr/>
        <a:lstStyle/>
        <a:p>
          <a:endParaRPr lang="en-US" dirty="0"/>
        </a:p>
        <a:p>
          <a:endParaRPr lang="en-US" dirty="0"/>
        </a:p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Refer to the Documentation </a:t>
          </a:r>
        </a:p>
      </dgm:t>
    </dgm:pt>
    <dgm:pt modelId="{BE9E89FA-D0B8-448D-AADD-C69B0005B0E7}" type="parTrans" cxnId="{2FBAF925-CE53-4FAD-8D6D-6CBBCEDF61FD}">
      <dgm:prSet/>
      <dgm:spPr/>
      <dgm:t>
        <a:bodyPr/>
        <a:lstStyle/>
        <a:p>
          <a:endParaRPr lang="en-US"/>
        </a:p>
      </dgm:t>
    </dgm:pt>
    <dgm:pt modelId="{852ACC01-4391-470F-B7DA-E88AA6FA9159}" type="sibTrans" cxnId="{2FBAF925-CE53-4FAD-8D6D-6CBBCEDF61FD}">
      <dgm:prSet/>
      <dgm:spPr/>
      <dgm:t>
        <a:bodyPr/>
        <a:lstStyle/>
        <a:p>
          <a:endParaRPr lang="en-US"/>
        </a:p>
      </dgm:t>
    </dgm:pt>
    <dgm:pt modelId="{26496CC6-32A1-4A85-A97D-C1912E712E03}">
      <dgm:prSet phldrT="[Text]"/>
      <dgm:spPr/>
      <dgm:t>
        <a:bodyPr/>
        <a:lstStyle/>
        <a:p>
          <a:r>
            <a:rPr lang="en-US" dirty="0"/>
            <a:t>See code structure and functionalities</a:t>
          </a:r>
        </a:p>
      </dgm:t>
    </dgm:pt>
    <dgm:pt modelId="{8B91CF44-9DB2-45B4-85F3-25EA9E2236AF}" type="parTrans" cxnId="{D7993C77-782E-469A-84A8-FC1301D8230D}">
      <dgm:prSet/>
      <dgm:spPr/>
      <dgm:t>
        <a:bodyPr/>
        <a:lstStyle/>
        <a:p>
          <a:endParaRPr lang="en-US"/>
        </a:p>
      </dgm:t>
    </dgm:pt>
    <dgm:pt modelId="{EA24966B-57F6-4C61-B9FE-F19E648B13FF}" type="sibTrans" cxnId="{D7993C77-782E-469A-84A8-FC1301D8230D}">
      <dgm:prSet/>
      <dgm:spPr/>
      <dgm:t>
        <a:bodyPr/>
        <a:lstStyle/>
        <a:p>
          <a:endParaRPr lang="en-US"/>
        </a:p>
      </dgm:t>
    </dgm:pt>
    <dgm:pt modelId="{597A49A9-7F51-42B6-BC5B-65BFB7BE8CAC}">
      <dgm:prSet phldrT="[Text]" custT="1"/>
      <dgm:spPr/>
      <dgm:t>
        <a:bodyPr/>
        <a:lstStyle/>
        <a:p>
          <a:pPr marL="0"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solidFill>
                <a:schemeClr val="tx2">
                  <a:lumMod val="90000"/>
                  <a:lumOff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For Updates or Features Addition </a:t>
          </a:r>
        </a:p>
      </dgm:t>
    </dgm:pt>
    <dgm:pt modelId="{944FF456-3363-4A47-8412-124AE61A77FD}" type="parTrans" cxnId="{145C8811-42D6-4E7B-B457-E88F5292E051}">
      <dgm:prSet/>
      <dgm:spPr/>
      <dgm:t>
        <a:bodyPr/>
        <a:lstStyle/>
        <a:p>
          <a:endParaRPr lang="en-US"/>
        </a:p>
      </dgm:t>
    </dgm:pt>
    <dgm:pt modelId="{43431E55-16D4-4577-B131-2C3E46C76096}" type="sibTrans" cxnId="{145C8811-42D6-4E7B-B457-E88F5292E051}">
      <dgm:prSet/>
      <dgm:spPr/>
      <dgm:t>
        <a:bodyPr/>
        <a:lstStyle/>
        <a:p>
          <a:endParaRPr lang="en-US"/>
        </a:p>
      </dgm:t>
    </dgm:pt>
    <dgm:pt modelId="{A6D9521F-D73A-4417-AB12-B6442F720491}">
      <dgm:prSet phldrT="[Text]" custT="1"/>
      <dgm:spPr/>
      <dgm:t>
        <a:bodyPr/>
        <a:lstStyle/>
        <a:p>
          <a:pPr marL="171450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en-US" sz="1600" b="1" kern="1200" dirty="0">
              <a:solidFill>
                <a:schemeClr val="tx2">
                  <a:lumMod val="90000"/>
                  <a:lumOff val="10000"/>
                </a:schemeClr>
              </a:solidFill>
              <a:effectLst/>
            </a:rPr>
            <a:t>Test thoroughly</a:t>
          </a:r>
        </a:p>
      </dgm:t>
    </dgm:pt>
    <dgm:pt modelId="{67BF554D-450D-4307-A9A0-4CC182063E7C}" type="parTrans" cxnId="{8AF638D4-24E7-4D99-8E1F-10806B04DFB6}">
      <dgm:prSet/>
      <dgm:spPr/>
      <dgm:t>
        <a:bodyPr/>
        <a:lstStyle/>
        <a:p>
          <a:endParaRPr lang="en-US"/>
        </a:p>
      </dgm:t>
    </dgm:pt>
    <dgm:pt modelId="{76980EE1-1F78-4141-877D-EA1BEDAECFAA}" type="sibTrans" cxnId="{8AF638D4-24E7-4D99-8E1F-10806B04DFB6}">
      <dgm:prSet/>
      <dgm:spPr/>
      <dgm:t>
        <a:bodyPr/>
        <a:lstStyle/>
        <a:p>
          <a:endParaRPr lang="en-US"/>
        </a:p>
      </dgm:t>
    </dgm:pt>
    <dgm:pt modelId="{D0B1E408-FC80-415D-9406-EDC306F6DE50}">
      <dgm:prSet phldrT="[Text]" custT="1"/>
      <dgm:spPr/>
      <dgm:t>
        <a:bodyPr/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n-US" sz="2100" b="1" kern="1200" dirty="0">
              <a:solidFill>
                <a:srgbClr val="0E2841">
                  <a:lumMod val="90000"/>
                  <a:lumOff val="1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110004020202020204"/>
              <a:ea typeface="+mn-ea"/>
              <a:cs typeface="+mn-cs"/>
            </a:rPr>
            <a:t>Future Roadmap</a:t>
          </a:r>
        </a:p>
      </dgm:t>
    </dgm:pt>
    <dgm:pt modelId="{0B7274D5-3407-4C1E-B29B-C7A505857844}" type="sibTrans" cxnId="{F2D37249-D42E-4E11-B7A5-0C4D31BC8BE0}">
      <dgm:prSet/>
      <dgm:spPr/>
      <dgm:t>
        <a:bodyPr/>
        <a:lstStyle/>
        <a:p>
          <a:endParaRPr lang="en-US"/>
        </a:p>
      </dgm:t>
    </dgm:pt>
    <dgm:pt modelId="{226BE9AB-E07A-43D0-B960-21F57AE4D0F1}" type="parTrans" cxnId="{F2D37249-D42E-4E11-B7A5-0C4D31BC8BE0}">
      <dgm:prSet/>
      <dgm:spPr/>
      <dgm:t>
        <a:bodyPr/>
        <a:lstStyle/>
        <a:p>
          <a:endParaRPr lang="en-US"/>
        </a:p>
      </dgm:t>
    </dgm:pt>
    <dgm:pt modelId="{9875268B-164F-41D0-8BA9-34AF5D243368}">
      <dgm:prSet phldrT="[Text]" custT="1"/>
      <dgm:spPr/>
      <dgm:t>
        <a:bodyPr/>
        <a:lstStyle/>
        <a:p>
          <a:pPr marL="171450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endParaRPr lang="en-US" sz="1600" kern="1200" dirty="0">
            <a:solidFill>
              <a:schemeClr val="tx2">
                <a:lumMod val="90000"/>
                <a:lumOff val="1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ptos" panose="02110004020202020204"/>
            <a:ea typeface="+mn-ea"/>
            <a:cs typeface="+mn-cs"/>
          </a:endParaRPr>
        </a:p>
      </dgm:t>
    </dgm:pt>
    <dgm:pt modelId="{65144FA7-98C9-47EB-B803-9E9C62781C44}" type="parTrans" cxnId="{251A65AE-CD49-407B-B45C-2D67E091AE35}">
      <dgm:prSet/>
      <dgm:spPr/>
      <dgm:t>
        <a:bodyPr/>
        <a:lstStyle/>
        <a:p>
          <a:endParaRPr lang="en-US"/>
        </a:p>
      </dgm:t>
    </dgm:pt>
    <dgm:pt modelId="{B7BD937B-270C-4275-8A9C-5C6DA8A7C348}" type="sibTrans" cxnId="{251A65AE-CD49-407B-B45C-2D67E091AE35}">
      <dgm:prSet/>
      <dgm:spPr/>
      <dgm:t>
        <a:bodyPr/>
        <a:lstStyle/>
        <a:p>
          <a:endParaRPr lang="en-US"/>
        </a:p>
      </dgm:t>
    </dgm:pt>
    <dgm:pt modelId="{1EE07C57-B77B-4179-9A6B-197FA5C4DF27}">
      <dgm:prSet phldrT="[Text]" custT="1"/>
      <dgm:spPr/>
      <dgm:t>
        <a:bodyPr/>
        <a:lstStyle/>
        <a:p>
          <a:pPr marL="171450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>
              <a:solidFill>
                <a:schemeClr val="tx2">
                  <a:lumMod val="90000"/>
                  <a:lumOff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110004020202020204"/>
              <a:ea typeface="+mn-ea"/>
              <a:cs typeface="+mn-cs"/>
            </a:rPr>
            <a:t> </a:t>
          </a:r>
          <a:r>
            <a:rPr lang="en-US" sz="1600" b="1" kern="120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Aptos" panose="02110004020202020204"/>
              <a:ea typeface="+mn-ea"/>
              <a:cs typeface="+mn-cs"/>
            </a:rPr>
            <a:t>Improve suspicious content</a:t>
          </a:r>
        </a:p>
      </dgm:t>
    </dgm:pt>
    <dgm:pt modelId="{AC78C579-4F96-439C-AEE4-7FC4F1601751}" type="parTrans" cxnId="{8F4F6D22-95B4-42E5-A2B8-1C117673EA7F}">
      <dgm:prSet/>
      <dgm:spPr/>
      <dgm:t>
        <a:bodyPr/>
        <a:lstStyle/>
        <a:p>
          <a:endParaRPr lang="en-US"/>
        </a:p>
      </dgm:t>
    </dgm:pt>
    <dgm:pt modelId="{EEFB9A6E-E27C-4FAD-A2E2-99B65DCF7A61}" type="sibTrans" cxnId="{8F4F6D22-95B4-42E5-A2B8-1C117673EA7F}">
      <dgm:prSet/>
      <dgm:spPr/>
      <dgm:t>
        <a:bodyPr/>
        <a:lstStyle/>
        <a:p>
          <a:endParaRPr lang="en-US"/>
        </a:p>
      </dgm:t>
    </dgm:pt>
    <dgm:pt modelId="{8B658C59-F140-4021-999D-5774FE38FA33}">
      <dgm:prSet phldrT="[Text]" custT="1"/>
      <dgm:spPr/>
      <dgm:t>
        <a:bodyPr/>
        <a:lstStyle/>
        <a:p>
          <a:pPr marL="171450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600" b="1" kern="120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Aptos" panose="02110004020202020204"/>
              <a:ea typeface="+mn-ea"/>
              <a:cs typeface="+mn-cs"/>
            </a:rPr>
            <a:t>detection </a:t>
          </a:r>
        </a:p>
      </dgm:t>
    </dgm:pt>
    <dgm:pt modelId="{AF839F4A-5E21-4151-B60F-27E23A3A6A99}" type="parTrans" cxnId="{27600719-198A-4075-A0D0-55BFD8FEFE54}">
      <dgm:prSet/>
      <dgm:spPr/>
      <dgm:t>
        <a:bodyPr/>
        <a:lstStyle/>
        <a:p>
          <a:endParaRPr lang="en-US"/>
        </a:p>
      </dgm:t>
    </dgm:pt>
    <dgm:pt modelId="{E24F1A95-519D-4C61-B271-E6333FFFB6C4}" type="sibTrans" cxnId="{27600719-198A-4075-A0D0-55BFD8FEFE54}">
      <dgm:prSet/>
      <dgm:spPr/>
      <dgm:t>
        <a:bodyPr/>
        <a:lstStyle/>
        <a:p>
          <a:endParaRPr lang="en-US"/>
        </a:p>
      </dgm:t>
    </dgm:pt>
    <dgm:pt modelId="{5E183ABA-4B51-4C03-8E73-80778B944AF5}" type="pres">
      <dgm:prSet presAssocID="{2D0DBF55-79DC-40A7-BB0F-00731FE0BBFA}" presName="Name0" presStyleCnt="0">
        <dgm:presLayoutVars>
          <dgm:dir/>
          <dgm:resizeHandles val="exact"/>
        </dgm:presLayoutVars>
      </dgm:prSet>
      <dgm:spPr/>
    </dgm:pt>
    <dgm:pt modelId="{528357C1-9253-4028-B617-3A45531457DB}" type="pres">
      <dgm:prSet presAssocID="{1F257FB7-E4B0-4CDB-A8A2-82E86F09468F}" presName="node" presStyleLbl="node1" presStyleIdx="0" presStyleCnt="3">
        <dgm:presLayoutVars>
          <dgm:bulletEnabled val="1"/>
        </dgm:presLayoutVars>
      </dgm:prSet>
      <dgm:spPr/>
    </dgm:pt>
    <dgm:pt modelId="{F26BEB79-B152-4AEC-ACFC-C122B4BCC264}" type="pres">
      <dgm:prSet presAssocID="{589E1340-AB15-49FB-A705-462E494BBEBC}" presName="sibTrans" presStyleCnt="0"/>
      <dgm:spPr/>
    </dgm:pt>
    <dgm:pt modelId="{D4B51732-F1F0-4E71-99C5-A471E0A88770}" type="pres">
      <dgm:prSet presAssocID="{3284C0C6-350E-4E2E-957A-8BD229CB7829}" presName="node" presStyleLbl="node1" presStyleIdx="1" presStyleCnt="3">
        <dgm:presLayoutVars>
          <dgm:bulletEnabled val="1"/>
        </dgm:presLayoutVars>
      </dgm:prSet>
      <dgm:spPr/>
    </dgm:pt>
    <dgm:pt modelId="{882222F8-0A57-4B28-991B-770178040A98}" type="pres">
      <dgm:prSet presAssocID="{852ACC01-4391-470F-B7DA-E88AA6FA9159}" presName="sibTrans" presStyleCnt="0"/>
      <dgm:spPr/>
    </dgm:pt>
    <dgm:pt modelId="{41E10EA2-E8BC-4E1D-8053-BA13F105D044}" type="pres">
      <dgm:prSet presAssocID="{597A49A9-7F51-42B6-BC5B-65BFB7BE8CAC}" presName="node" presStyleLbl="node1" presStyleIdx="2" presStyleCnt="3">
        <dgm:presLayoutVars>
          <dgm:bulletEnabled val="1"/>
        </dgm:presLayoutVars>
      </dgm:prSet>
      <dgm:spPr/>
    </dgm:pt>
  </dgm:ptLst>
  <dgm:cxnLst>
    <dgm:cxn modelId="{51197702-354E-48ED-8F6E-D3679F452FEB}" type="presOf" srcId="{3284C0C6-350E-4E2E-957A-8BD229CB7829}" destId="{D4B51732-F1F0-4E71-99C5-A471E0A88770}" srcOrd="0" destOrd="0" presId="urn:microsoft.com/office/officeart/2005/8/layout/hList6"/>
    <dgm:cxn modelId="{72C1080F-A714-4816-9EB9-D83D1F9C802E}" type="presOf" srcId="{2D0DBF55-79DC-40A7-BB0F-00731FE0BBFA}" destId="{5E183ABA-4B51-4C03-8E73-80778B944AF5}" srcOrd="0" destOrd="0" presId="urn:microsoft.com/office/officeart/2005/8/layout/hList6"/>
    <dgm:cxn modelId="{145C8811-42D6-4E7B-B457-E88F5292E051}" srcId="{2D0DBF55-79DC-40A7-BB0F-00731FE0BBFA}" destId="{597A49A9-7F51-42B6-BC5B-65BFB7BE8CAC}" srcOrd="2" destOrd="0" parTransId="{944FF456-3363-4A47-8412-124AE61A77FD}" sibTransId="{43431E55-16D4-4577-B131-2C3E46C76096}"/>
    <dgm:cxn modelId="{27600719-198A-4075-A0D0-55BFD8FEFE54}" srcId="{597A49A9-7F51-42B6-BC5B-65BFB7BE8CAC}" destId="{8B658C59-F140-4021-999D-5774FE38FA33}" srcOrd="4" destOrd="0" parTransId="{AF839F4A-5E21-4151-B60F-27E23A3A6A99}" sibTransId="{E24F1A95-519D-4C61-B271-E6333FFFB6C4}"/>
    <dgm:cxn modelId="{8F4F6D22-95B4-42E5-A2B8-1C117673EA7F}" srcId="{597A49A9-7F51-42B6-BC5B-65BFB7BE8CAC}" destId="{1EE07C57-B77B-4179-9A6B-197FA5C4DF27}" srcOrd="3" destOrd="0" parTransId="{AC78C579-4F96-439C-AEE4-7FC4F1601751}" sibTransId="{EEFB9A6E-E27C-4FAD-A2E2-99B65DCF7A61}"/>
    <dgm:cxn modelId="{2FBAF925-CE53-4FAD-8D6D-6CBBCEDF61FD}" srcId="{2D0DBF55-79DC-40A7-BB0F-00731FE0BBFA}" destId="{3284C0C6-350E-4E2E-957A-8BD229CB7829}" srcOrd="1" destOrd="0" parTransId="{BE9E89FA-D0B8-448D-AADD-C69B0005B0E7}" sibTransId="{852ACC01-4391-470F-B7DA-E88AA6FA9159}"/>
    <dgm:cxn modelId="{8F963D3F-DCC8-455D-B66B-C2D1265BA742}" type="presOf" srcId="{597A49A9-7F51-42B6-BC5B-65BFB7BE8CAC}" destId="{41E10EA2-E8BC-4E1D-8053-BA13F105D044}" srcOrd="0" destOrd="0" presId="urn:microsoft.com/office/officeart/2005/8/layout/hList6"/>
    <dgm:cxn modelId="{F2D37249-D42E-4E11-B7A5-0C4D31BC8BE0}" srcId="{597A49A9-7F51-42B6-BC5B-65BFB7BE8CAC}" destId="{D0B1E408-FC80-415D-9406-EDC306F6DE50}" srcOrd="2" destOrd="0" parTransId="{226BE9AB-E07A-43D0-B960-21F57AE4D0F1}" sibTransId="{0B7274D5-3407-4C1E-B29B-C7A505857844}"/>
    <dgm:cxn modelId="{05D6A349-F080-497D-A9C4-35C096778066}" srcId="{2D0DBF55-79DC-40A7-BB0F-00731FE0BBFA}" destId="{1F257FB7-E4B0-4CDB-A8A2-82E86F09468F}" srcOrd="0" destOrd="0" parTransId="{2C7B650C-4C39-4303-8A70-A40B0488DB22}" sibTransId="{589E1340-AB15-49FB-A705-462E494BBEBC}"/>
    <dgm:cxn modelId="{0824576B-60EC-4AEE-A2B2-CD9E3D0785B6}" type="presOf" srcId="{640E2F5A-2DFF-44DC-836B-98EB973879AC}" destId="{528357C1-9253-4028-B617-3A45531457DB}" srcOrd="0" destOrd="1" presId="urn:microsoft.com/office/officeart/2005/8/layout/hList6"/>
    <dgm:cxn modelId="{C918C26B-7E96-44FF-90EB-D8AEEA50C00F}" type="presOf" srcId="{9875268B-164F-41D0-8BA9-34AF5D243368}" destId="{41E10EA2-E8BC-4E1D-8053-BA13F105D044}" srcOrd="0" destOrd="2" presId="urn:microsoft.com/office/officeart/2005/8/layout/hList6"/>
    <dgm:cxn modelId="{22F4F455-EA39-4C95-A70A-4A800CCAC771}" srcId="{1F257FB7-E4B0-4CDB-A8A2-82E86F09468F}" destId="{640E2F5A-2DFF-44DC-836B-98EB973879AC}" srcOrd="0" destOrd="0" parTransId="{5A764D3D-DFC7-4949-85FE-126945FE984D}" sibTransId="{252E79BF-ECD4-4D40-B36A-90CB0CD5146A}"/>
    <dgm:cxn modelId="{EACAEA56-84A5-46DE-8306-3092030D827E}" type="presOf" srcId="{1EE07C57-B77B-4179-9A6B-197FA5C4DF27}" destId="{41E10EA2-E8BC-4E1D-8053-BA13F105D044}" srcOrd="0" destOrd="4" presId="urn:microsoft.com/office/officeart/2005/8/layout/hList6"/>
    <dgm:cxn modelId="{D7993C77-782E-469A-84A8-FC1301D8230D}" srcId="{3284C0C6-350E-4E2E-957A-8BD229CB7829}" destId="{26496CC6-32A1-4A85-A97D-C1912E712E03}" srcOrd="0" destOrd="0" parTransId="{8B91CF44-9DB2-45B4-85F3-25EA9E2236AF}" sibTransId="{EA24966B-57F6-4C61-B9FE-F19E648B13FF}"/>
    <dgm:cxn modelId="{251A65AE-CD49-407B-B45C-2D67E091AE35}" srcId="{597A49A9-7F51-42B6-BC5B-65BFB7BE8CAC}" destId="{9875268B-164F-41D0-8BA9-34AF5D243368}" srcOrd="1" destOrd="0" parTransId="{65144FA7-98C9-47EB-B803-9E9C62781C44}" sibTransId="{B7BD937B-270C-4275-8A9C-5C6DA8A7C348}"/>
    <dgm:cxn modelId="{91F4DEAE-0973-49AC-8E93-CAF4D1C7D66A}" type="presOf" srcId="{8B658C59-F140-4021-999D-5774FE38FA33}" destId="{41E10EA2-E8BC-4E1D-8053-BA13F105D044}" srcOrd="0" destOrd="5" presId="urn:microsoft.com/office/officeart/2005/8/layout/hList6"/>
    <dgm:cxn modelId="{385456B3-1F79-4275-A43C-B0EDD6EA54B5}" type="presOf" srcId="{1F257FB7-E4B0-4CDB-A8A2-82E86F09468F}" destId="{528357C1-9253-4028-B617-3A45531457DB}" srcOrd="0" destOrd="0" presId="urn:microsoft.com/office/officeart/2005/8/layout/hList6"/>
    <dgm:cxn modelId="{308333BE-1371-45AD-BD04-C74622AB0EFB}" type="presOf" srcId="{A6D9521F-D73A-4417-AB12-B6442F720491}" destId="{41E10EA2-E8BC-4E1D-8053-BA13F105D044}" srcOrd="0" destOrd="1" presId="urn:microsoft.com/office/officeart/2005/8/layout/hList6"/>
    <dgm:cxn modelId="{CF0B8BC0-268B-48CF-8F65-99E28882B6FC}" type="presOf" srcId="{26496CC6-32A1-4A85-A97D-C1912E712E03}" destId="{D4B51732-F1F0-4E71-99C5-A471E0A88770}" srcOrd="0" destOrd="1" presId="urn:microsoft.com/office/officeart/2005/8/layout/hList6"/>
    <dgm:cxn modelId="{D1BD77C3-7E22-443B-8F09-77DF09E09E2C}" type="presOf" srcId="{D0B1E408-FC80-415D-9406-EDC306F6DE50}" destId="{41E10EA2-E8BC-4E1D-8053-BA13F105D044}" srcOrd="0" destOrd="3" presId="urn:microsoft.com/office/officeart/2005/8/layout/hList6"/>
    <dgm:cxn modelId="{8AF638D4-24E7-4D99-8E1F-10806B04DFB6}" srcId="{597A49A9-7F51-42B6-BC5B-65BFB7BE8CAC}" destId="{A6D9521F-D73A-4417-AB12-B6442F720491}" srcOrd="0" destOrd="0" parTransId="{67BF554D-450D-4307-A9A0-4CC182063E7C}" sibTransId="{76980EE1-1F78-4141-877D-EA1BEDAECFAA}"/>
    <dgm:cxn modelId="{B9EF6104-3D99-4A1F-82FD-1B41B3B741AF}" type="presParOf" srcId="{5E183ABA-4B51-4C03-8E73-80778B944AF5}" destId="{528357C1-9253-4028-B617-3A45531457DB}" srcOrd="0" destOrd="0" presId="urn:microsoft.com/office/officeart/2005/8/layout/hList6"/>
    <dgm:cxn modelId="{F9F4BD98-DEA5-468E-B0FB-9113FE88741A}" type="presParOf" srcId="{5E183ABA-4B51-4C03-8E73-80778B944AF5}" destId="{F26BEB79-B152-4AEC-ACFC-C122B4BCC264}" srcOrd="1" destOrd="0" presId="urn:microsoft.com/office/officeart/2005/8/layout/hList6"/>
    <dgm:cxn modelId="{FC674572-3A25-4A11-B3B0-19ACC5CF4E84}" type="presParOf" srcId="{5E183ABA-4B51-4C03-8E73-80778B944AF5}" destId="{D4B51732-F1F0-4E71-99C5-A471E0A88770}" srcOrd="2" destOrd="0" presId="urn:microsoft.com/office/officeart/2005/8/layout/hList6"/>
    <dgm:cxn modelId="{A7786F5A-8857-4E4C-9372-7971A6F3EC69}" type="presParOf" srcId="{5E183ABA-4B51-4C03-8E73-80778B944AF5}" destId="{882222F8-0A57-4B28-991B-770178040A98}" srcOrd="3" destOrd="0" presId="urn:microsoft.com/office/officeart/2005/8/layout/hList6"/>
    <dgm:cxn modelId="{FD544CC6-68B0-41B1-BB14-E2EBFF8EDCA3}" type="presParOf" srcId="{5E183ABA-4B51-4C03-8E73-80778B944AF5}" destId="{41E10EA2-E8BC-4E1D-8053-BA13F105D044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6B16C9-E51B-4E2A-839A-9497FE569DA2}">
      <dsp:nvSpPr>
        <dsp:cNvPr id="0" name=""/>
        <dsp:cNvSpPr/>
      </dsp:nvSpPr>
      <dsp:spPr>
        <a:xfrm>
          <a:off x="0" y="263772"/>
          <a:ext cx="9302715" cy="4478755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5841" tIns="478485" rIns="455841" bIns="478485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Installation process: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System meets the minimum requirements.</a:t>
          </a:r>
          <a:endParaRPr lang="en-US" sz="2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endParaRPr lang="en-US" sz="2000" kern="1200" dirty="0">
            <a:solidFill>
              <a:srgbClr val="FFFF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Download installation files.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If needed, install dependencies.</a:t>
          </a:r>
          <a:endParaRPr lang="en-US" sz="2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endParaRPr lang="en-US" sz="2000" kern="1200" dirty="0">
            <a:solidFill>
              <a:srgbClr val="FFFF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Follow setup instructions to configure the software.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Including [e.g., setting paths or specific credentials</a:t>
          </a:r>
          <a:r>
            <a:rPr lang="en-US" sz="2000" kern="1200"/>
            <a:t>]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000" kern="1200" dirty="0"/>
            <a:t>Once everything is installed, you’re ready to use the extension!</a:t>
          </a:r>
        </a:p>
      </dsp:txBody>
      <dsp:txXfrm>
        <a:off x="0" y="263772"/>
        <a:ext cx="9302715" cy="44787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C63DCC-61A0-47EC-AB3A-530863FF3CFC}">
      <dsp:nvSpPr>
        <dsp:cNvPr id="0" name=""/>
        <dsp:cNvSpPr/>
      </dsp:nvSpPr>
      <dsp:spPr>
        <a:xfrm>
          <a:off x="2193" y="664260"/>
          <a:ext cx="2138346" cy="85533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360" tIns="121920" rIns="213360" bIns="12192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Updates</a:t>
          </a:r>
        </a:p>
      </dsp:txBody>
      <dsp:txXfrm>
        <a:off x="2193" y="664260"/>
        <a:ext cx="2138346" cy="855338"/>
      </dsp:txXfrm>
    </dsp:sp>
    <dsp:sp modelId="{319EEB8D-95FE-46FB-904C-73595D81F05D}">
      <dsp:nvSpPr>
        <dsp:cNvPr id="0" name=""/>
        <dsp:cNvSpPr/>
      </dsp:nvSpPr>
      <dsp:spPr>
        <a:xfrm>
          <a:off x="2193" y="1519598"/>
          <a:ext cx="2138346" cy="211021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213360" bIns="2400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3000" kern="1200" dirty="0"/>
            <a:t>Software Updates</a:t>
          </a:r>
        </a:p>
      </dsp:txBody>
      <dsp:txXfrm>
        <a:off x="2193" y="1519598"/>
        <a:ext cx="2138346" cy="2110218"/>
      </dsp:txXfrm>
    </dsp:sp>
    <dsp:sp modelId="{7693ADB5-3589-4A9A-9EB7-87272AA95A62}">
      <dsp:nvSpPr>
        <dsp:cNvPr id="0" name=""/>
        <dsp:cNvSpPr/>
      </dsp:nvSpPr>
      <dsp:spPr>
        <a:xfrm>
          <a:off x="2439907" y="664260"/>
          <a:ext cx="2138346" cy="85533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360" tIns="121920" rIns="213360" bIns="12192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Issues</a:t>
          </a:r>
        </a:p>
      </dsp:txBody>
      <dsp:txXfrm>
        <a:off x="2439907" y="664260"/>
        <a:ext cx="2138346" cy="855338"/>
      </dsp:txXfrm>
    </dsp:sp>
    <dsp:sp modelId="{637FC64C-CE87-47DB-9F55-B4E8310FDEA2}">
      <dsp:nvSpPr>
        <dsp:cNvPr id="0" name=""/>
        <dsp:cNvSpPr/>
      </dsp:nvSpPr>
      <dsp:spPr>
        <a:xfrm>
          <a:off x="2439907" y="1519598"/>
          <a:ext cx="2138346" cy="2110218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213360" bIns="2400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3000" kern="1200" dirty="0"/>
            <a:t>Trouble Shoot issues</a:t>
          </a:r>
        </a:p>
      </dsp:txBody>
      <dsp:txXfrm>
        <a:off x="2439907" y="1519598"/>
        <a:ext cx="2138346" cy="2110218"/>
      </dsp:txXfrm>
    </dsp:sp>
    <dsp:sp modelId="{77B0771D-9922-4593-A18C-3A2D05B455EE}">
      <dsp:nvSpPr>
        <dsp:cNvPr id="0" name=""/>
        <dsp:cNvSpPr/>
      </dsp:nvSpPr>
      <dsp:spPr>
        <a:xfrm>
          <a:off x="4877622" y="664260"/>
          <a:ext cx="2138346" cy="85533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360" tIns="121920" rIns="213360" bIns="12192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Errors</a:t>
          </a:r>
        </a:p>
      </dsp:txBody>
      <dsp:txXfrm>
        <a:off x="4877622" y="664260"/>
        <a:ext cx="2138346" cy="855338"/>
      </dsp:txXfrm>
    </dsp:sp>
    <dsp:sp modelId="{000DA086-0F7E-4144-8052-8498008A4996}">
      <dsp:nvSpPr>
        <dsp:cNvPr id="0" name=""/>
        <dsp:cNvSpPr/>
      </dsp:nvSpPr>
      <dsp:spPr>
        <a:xfrm>
          <a:off x="4877622" y="1519598"/>
          <a:ext cx="2138346" cy="2110218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213360" bIns="2400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3000" kern="1200" dirty="0"/>
            <a:t>Monitor logs to identify errors </a:t>
          </a:r>
        </a:p>
      </dsp:txBody>
      <dsp:txXfrm>
        <a:off x="4877622" y="1519598"/>
        <a:ext cx="2138346" cy="21102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8357C1-9253-4028-B617-3A45531457DB}">
      <dsp:nvSpPr>
        <dsp:cNvPr id="0" name=""/>
        <dsp:cNvSpPr/>
      </dsp:nvSpPr>
      <dsp:spPr>
        <a:xfrm rot="16200000">
          <a:off x="-1288853" y="1289669"/>
          <a:ext cx="4700512" cy="2121172"/>
        </a:xfrm>
        <a:prstGeom prst="flowChartManualOperation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9998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Cloning the  Source Code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Set up the environment</a:t>
          </a:r>
        </a:p>
      </dsp:txBody>
      <dsp:txXfrm rot="5400000">
        <a:off x="817" y="940101"/>
        <a:ext cx="2121172" cy="2820308"/>
      </dsp:txXfrm>
    </dsp:sp>
    <dsp:sp modelId="{D4B51732-F1F0-4E71-99C5-A471E0A88770}">
      <dsp:nvSpPr>
        <dsp:cNvPr id="0" name=""/>
        <dsp:cNvSpPr/>
      </dsp:nvSpPr>
      <dsp:spPr>
        <a:xfrm rot="16200000">
          <a:off x="991407" y="1289669"/>
          <a:ext cx="4700512" cy="2121172"/>
        </a:xfrm>
        <a:prstGeom prst="flowChartManualOperation">
          <a:avLst/>
        </a:prstGeom>
        <a:gradFill rotWithShape="0">
          <a:gsLst>
            <a:gs pos="0">
              <a:schemeClr val="accent1">
                <a:shade val="80000"/>
                <a:hueOff val="272799"/>
                <a:satOff val="-28446"/>
                <a:lumOff val="1911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272799"/>
                <a:satOff val="-28446"/>
                <a:lumOff val="1911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272799"/>
                <a:satOff val="-28446"/>
                <a:lumOff val="1911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9998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Refer to the Documentation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See code structure and functionalities</a:t>
          </a:r>
        </a:p>
      </dsp:txBody>
      <dsp:txXfrm rot="5400000">
        <a:off x="2281077" y="940101"/>
        <a:ext cx="2121172" cy="2820308"/>
      </dsp:txXfrm>
    </dsp:sp>
    <dsp:sp modelId="{41E10EA2-E8BC-4E1D-8053-BA13F105D044}">
      <dsp:nvSpPr>
        <dsp:cNvPr id="0" name=""/>
        <dsp:cNvSpPr/>
      </dsp:nvSpPr>
      <dsp:spPr>
        <a:xfrm rot="16200000">
          <a:off x="3271667" y="1289669"/>
          <a:ext cx="4700512" cy="2121172"/>
        </a:xfrm>
        <a:prstGeom prst="flowChartManualOperation">
          <a:avLst/>
        </a:prstGeom>
        <a:gradFill rotWithShape="0">
          <a:gsLst>
            <a:gs pos="0">
              <a:schemeClr val="accent1">
                <a:shade val="80000"/>
                <a:hueOff val="545598"/>
                <a:satOff val="-56892"/>
                <a:lumOff val="3822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545598"/>
                <a:satOff val="-56892"/>
                <a:lumOff val="3822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545598"/>
                <a:satOff val="-56892"/>
                <a:lumOff val="3822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0" rIns="133350" bIns="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solidFill>
                <a:schemeClr val="tx2">
                  <a:lumMod val="90000"/>
                  <a:lumOff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For Updates or Features Addition </a:t>
          </a:r>
        </a:p>
        <a:p>
          <a:pPr marL="171450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>
              <a:solidFill>
                <a:schemeClr val="tx2">
                  <a:lumMod val="90000"/>
                  <a:lumOff val="10000"/>
                </a:schemeClr>
              </a:solidFill>
              <a:effectLst/>
            </a:rPr>
            <a:t>Test thoroughly</a:t>
          </a:r>
        </a:p>
        <a:p>
          <a:pPr marL="171450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endParaRPr lang="en-US" sz="1600" kern="1200" dirty="0">
            <a:solidFill>
              <a:schemeClr val="tx2">
                <a:lumMod val="90000"/>
                <a:lumOff val="1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ptos" panose="02110004020202020204"/>
            <a:ea typeface="+mn-ea"/>
            <a:cs typeface="+mn-cs"/>
          </a:endParaRP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n-US" sz="2100" b="1" kern="1200" dirty="0">
              <a:solidFill>
                <a:srgbClr val="0E2841">
                  <a:lumMod val="90000"/>
                  <a:lumOff val="1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110004020202020204"/>
              <a:ea typeface="+mn-ea"/>
              <a:cs typeface="+mn-cs"/>
            </a:rPr>
            <a:t>Future Roadmap</a:t>
          </a:r>
        </a:p>
        <a:p>
          <a:pPr marL="171450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>
              <a:solidFill>
                <a:schemeClr val="tx2">
                  <a:lumMod val="90000"/>
                  <a:lumOff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110004020202020204"/>
              <a:ea typeface="+mn-ea"/>
              <a:cs typeface="+mn-cs"/>
            </a:rPr>
            <a:t> </a:t>
          </a:r>
          <a:r>
            <a:rPr lang="en-US" sz="1600" b="1" kern="120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Aptos" panose="02110004020202020204"/>
              <a:ea typeface="+mn-ea"/>
              <a:cs typeface="+mn-cs"/>
            </a:rPr>
            <a:t>Improve suspicious content</a:t>
          </a:r>
        </a:p>
        <a:p>
          <a:pPr marL="171450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600" b="1" kern="120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Aptos" panose="02110004020202020204"/>
              <a:ea typeface="+mn-ea"/>
              <a:cs typeface="+mn-cs"/>
            </a:rPr>
            <a:t>detection </a:t>
          </a:r>
        </a:p>
      </dsp:txBody>
      <dsp:txXfrm rot="5400000">
        <a:off x="4561337" y="940101"/>
        <a:ext cx="2121172" cy="28203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E2F9E-05B5-4CF5-98D8-F15059AA181D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30688A-7AAD-4DF0-817B-8C1EA662AE7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4782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30688A-7AAD-4DF0-817B-8C1EA662AE7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4767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7E4A5-C919-D1E4-28D8-AD4D90C760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315C-CF2B-F2F6-51E1-D0B8F53661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0DE24-E2AF-9DE6-7AF0-918B6A4AC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E3A1-8773-4405-A898-0E5137DFE34F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6D145-5310-2D79-AA96-870F20039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9A326-722E-77E7-767F-3809D4B4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B527-A50A-4302-9394-4A89A0BC7F9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0667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3A1AA-7A22-ECB6-368A-A9AEC21AC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47E49-1E1C-E8C6-AE38-353A2F92D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FA8BE-A97A-0C62-6B73-C8200BF91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E3A1-8773-4405-A898-0E5137DFE34F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0C97B-35EB-BF07-FCAE-1F3CE9DED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A8F29-06FD-23E5-93D3-60CB94E80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B527-A50A-4302-9394-4A89A0BC7F9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6357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C9B3A-03AD-7DE1-EF90-EFA1EA14F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6951E-5C84-CD47-319B-21BC670BB3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B4279-EFCF-2894-5922-CA12980A4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E3A1-8773-4405-A898-0E5137DFE34F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2B54D-71AB-C8CA-B26E-EE37CB3AA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2CB87-834B-8016-0A47-1857DE6A2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B527-A50A-4302-9394-4A89A0BC7F9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5452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AB278-922B-48EF-82F4-29B083050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DDCA9-C4CF-61C2-8BE6-25E51F793C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065E79-37E7-5B22-C13D-1EA3EA140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97298-4A93-0517-766E-6E7BF9669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E3A1-8773-4405-A898-0E5137DFE34F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D38BC-F1BC-3889-622D-C5887C112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755623-349B-6999-8CED-55092C2AE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B527-A50A-4302-9394-4A89A0BC7F9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5742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F8BE7-A2E4-49FC-847D-298265B0F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3B436E-D47B-1DAE-EAD7-AD444AEAA9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E5DF9A-0760-8051-27B2-C01AAB603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9504B9-3ACA-AF83-D563-5BB90688EF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C35DC1-50F5-9843-8020-319DDE7A57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8B59E4-5CC1-DFD2-B0C6-AFEB990D2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E3A1-8773-4405-A898-0E5137DFE34F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9FEB3-4960-C80C-1E2E-EBBEF1BF0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2FC7FF-6163-9037-27D4-6C98857EE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B527-A50A-4302-9394-4A89A0BC7F9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8080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4E7A3-B52E-1736-7436-F8CFF124E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E3AC0-7011-6BCD-F3FD-95D6A380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E3A1-8773-4405-A898-0E5137DFE34F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229985-8BF4-8CFC-2272-48A07B4AE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DE0C40-7451-A8D8-2CC4-8E47D0FA5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B527-A50A-4302-9394-4A89A0BC7F9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8091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EF85EF-AFDE-0EB8-FE72-9FFCC2071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E3A1-8773-4405-A898-0E5137DFE34F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8CD081-4317-4052-3319-9CB89DB86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7B20B-124B-0DB8-3089-9797D3E53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B527-A50A-4302-9394-4A89A0BC7F9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6252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5EE1-032B-81FB-8D89-D6AE6C2EB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9AAA2-B827-584A-C099-4590BEA5B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98D633-89A1-658E-014E-9C08BD89A6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4A7812-CEAF-49C7-4B74-4CC4B558A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E3A1-8773-4405-A898-0E5137DFE34F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3D3B-ED98-2A8E-3BDF-34D0D66D9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CD42B7-D305-0FE0-1AE3-B2BF35D01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B527-A50A-4302-9394-4A89A0BC7F9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2713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0F812-A47E-A767-6E9F-1FFA34169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E2DD9F-FE48-AA2C-53BD-B2C5A44191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55048D-A120-F6C8-CED3-19CC8C7D79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8909C7-2DB2-F229-163D-2316296B7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E3A1-8773-4405-A898-0E5137DFE34F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ED74D-269C-95BA-FE86-4688F09FD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7435B-134A-6DC9-3466-A6ED66548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B527-A50A-4302-9394-4A89A0BC7F9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9351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C6028-E07C-4832-FDC7-E78ED096D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BA0ED2-BF1B-54EA-FE59-FA2889D06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211B8-0C5F-73EA-4B39-726BA318F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E3A1-8773-4405-A898-0E5137DFE34F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2A98D-E2FF-CCE2-2B4D-9D468FA2F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86770-6A1B-1B2A-E3C9-B77F5CFA6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B527-A50A-4302-9394-4A89A0BC7F9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9354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2274E6-DA82-75FE-066F-E3257251F1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D8FD8B-8091-E91B-972F-962B4845EE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DDF95-D399-A87B-50A4-C2FEFF0E6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E3A1-8773-4405-A898-0E5137DFE34F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8AACC-0F99-D412-6F77-EBF300188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EB720-B588-D7B1-EA1A-FBE50FB1D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B527-A50A-4302-9394-4A89A0BC7F9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1011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696D90-D1AD-9FDC-026F-3AE548A4F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C79F5-A8F6-D369-A868-A60A05229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5F116-7A8E-C3D3-4519-A101559709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F9E3A1-8773-4405-A898-0E5137DFE34F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66E81-BC54-DDA5-0F5F-3E688D154D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7CE60-0121-E12E-DBC3-4F41E9104F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4EB527-A50A-4302-9394-4A89A0BC7F9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5954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tmp"/><Relationship Id="rId4" Type="http://schemas.openxmlformats.org/officeDocument/2006/relationships/image" Target="../media/image2.tm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tmp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6.tmp"/><Relationship Id="rId7" Type="http://schemas.openxmlformats.org/officeDocument/2006/relationships/diagramColors" Target="../diagrams/colors2.xml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7.tmp"/><Relationship Id="rId7" Type="http://schemas.openxmlformats.org/officeDocument/2006/relationships/diagramColors" Target="../diagrams/colors3.xml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8D123B-3157-CE5E-3416-8DFA1FAFA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189" y="3379465"/>
            <a:ext cx="7621" cy="99069"/>
          </a:xfrm>
          <a:prstGeom prst="rect">
            <a:avLst/>
          </a:prstGeom>
        </p:spPr>
      </p:pic>
      <p:pic>
        <p:nvPicPr>
          <p:cNvPr id="7" name="Picture 6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AE888D14-87A0-DFAD-9364-E45EB9EABE0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2912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94F6046-2F6B-15F1-1710-B119467261B6}"/>
              </a:ext>
            </a:extLst>
          </p:cNvPr>
          <p:cNvSpPr txBox="1">
            <a:spLocks/>
          </p:cNvSpPr>
          <p:nvPr/>
        </p:nvSpPr>
        <p:spPr>
          <a:xfrm>
            <a:off x="2151105" y="44999"/>
            <a:ext cx="9072877" cy="20902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b" anchorCtr="0" compatLnSpc="1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gradFill>
                  <a:gsLst>
                    <a:gs pos="49000">
                      <a:srgbClr val="FFC000"/>
                    </a:gs>
                    <a:gs pos="70000">
                      <a:schemeClr val="accent1">
                        <a:lumMod val="45000"/>
                        <a:lumOff val="55000"/>
                      </a:schemeClr>
                    </a:gs>
                    <a:gs pos="0">
                      <a:schemeClr val="accent1">
                        <a:lumMod val="45000"/>
                        <a:lumOff val="55000"/>
                      </a:schemeClr>
                    </a:gs>
                    <a:gs pos="28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Phishing Detection Extension </a:t>
            </a:r>
            <a:br>
              <a:rPr lang="en-US" sz="4000" dirty="0">
                <a:gradFill>
                  <a:gsLst>
                    <a:gs pos="49000">
                      <a:srgbClr val="FFC000"/>
                    </a:gs>
                    <a:gs pos="70000">
                      <a:schemeClr val="accent1">
                        <a:lumMod val="45000"/>
                        <a:lumOff val="55000"/>
                      </a:schemeClr>
                    </a:gs>
                    <a:gs pos="0">
                      <a:schemeClr val="accent1">
                        <a:lumMod val="45000"/>
                        <a:lumOff val="55000"/>
                      </a:schemeClr>
                    </a:gs>
                    <a:gs pos="28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dirty="0">
                <a:gradFill>
                  <a:gsLst>
                    <a:gs pos="49000">
                      <a:srgbClr val="FFC000"/>
                    </a:gs>
                    <a:gs pos="70000">
                      <a:schemeClr val="accent1">
                        <a:lumMod val="45000"/>
                        <a:lumOff val="55000"/>
                      </a:schemeClr>
                    </a:gs>
                    <a:gs pos="0">
                      <a:schemeClr val="accent1">
                        <a:lumMod val="45000"/>
                        <a:lumOff val="55000"/>
                      </a:schemeClr>
                    </a:gs>
                    <a:gs pos="28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Proof of Concept.    (Installation)</a:t>
            </a:r>
            <a:br>
              <a:rPr lang="en-US" dirty="0"/>
            </a:br>
            <a:endParaRPr lang="es-ES" dirty="0"/>
          </a:p>
        </p:txBody>
      </p:sp>
      <p:pic>
        <p:nvPicPr>
          <p:cNvPr id="9" name="Picture 8" descr="A keyboard with a red key&#10;&#10;AI-generated content may be incorrect.">
            <a:extLst>
              <a:ext uri="{FF2B5EF4-FFF2-40B4-BE49-F238E27FC236}">
                <a16:creationId xmlns:a16="http://schemas.microsoft.com/office/drawing/2014/main" id="{3393B592-1F16-67CA-9F91-EBD77C5759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513541">
            <a:off x="3661251" y="3151893"/>
            <a:ext cx="2484494" cy="2301605"/>
          </a:xfrm>
          <a:prstGeom prst="rect">
            <a:avLst/>
          </a:prstGeom>
          <a:noFill/>
          <a:ln cap="flat">
            <a:noFill/>
          </a:ln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706FCA5-1D6F-75E8-E28E-9F3302832CA1}"/>
              </a:ext>
            </a:extLst>
          </p:cNvPr>
          <p:cNvSpPr txBox="1"/>
          <p:nvPr/>
        </p:nvSpPr>
        <p:spPr>
          <a:xfrm>
            <a:off x="5017785" y="1863702"/>
            <a:ext cx="3061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Professor: Dr.  Sadjadi</a:t>
            </a:r>
            <a:endParaRPr lang="es-ES" sz="2000" dirty="0">
              <a:solidFill>
                <a:schemeClr val="bg1"/>
              </a:solidFill>
            </a:endParaRPr>
          </a:p>
        </p:txBody>
      </p:sp>
      <p:grpSp>
        <p:nvGrpSpPr>
          <p:cNvPr id="32" name="TextBox 7">
            <a:extLst>
              <a:ext uri="{FF2B5EF4-FFF2-40B4-BE49-F238E27FC236}">
                <a16:creationId xmlns:a16="http://schemas.microsoft.com/office/drawing/2014/main" id="{E8BDADE7-6048-9150-97F1-EDBB93542187}"/>
              </a:ext>
            </a:extLst>
          </p:cNvPr>
          <p:cNvGrpSpPr/>
          <p:nvPr/>
        </p:nvGrpSpPr>
        <p:grpSpPr>
          <a:xfrm>
            <a:off x="7385150" y="2930572"/>
            <a:ext cx="3212497" cy="2303885"/>
            <a:chOff x="8010226" y="2908825"/>
            <a:chExt cx="3212497" cy="2303885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FA60CF9-4E2E-CEF7-9F96-23C3F3FE0981}"/>
                </a:ext>
              </a:extLst>
            </p:cNvPr>
            <p:cNvSpPr/>
            <p:nvPr/>
          </p:nvSpPr>
          <p:spPr>
            <a:xfrm>
              <a:off x="8010226" y="2908825"/>
              <a:ext cx="3212497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12701" cap="flat">
              <a:noFill/>
              <a:prstDash val="solid"/>
              <a:miter/>
            </a:ln>
          </p:spPr>
          <p:txBody>
            <a:bodyPr lIns="0" tIns="0" rIns="0" bIns="0"/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7BA7991-3E80-60C2-F798-7F79F73926B9}"/>
                </a:ext>
              </a:extLst>
            </p:cNvPr>
            <p:cNvSpPr/>
            <p:nvPr/>
          </p:nvSpPr>
          <p:spPr>
            <a:xfrm>
              <a:off x="8010226" y="2908825"/>
              <a:ext cx="3212497" cy="46077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212502"/>
                <a:gd name="f7" fmla="val 460777"/>
                <a:gd name="f8" fmla="+- 0 0 -90"/>
                <a:gd name="f9" fmla="*/ f3 1 3212502"/>
                <a:gd name="f10" fmla="*/ f4 1 460777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3212502"/>
                <a:gd name="f19" fmla="*/ f15 1 460777"/>
                <a:gd name="f20" fmla="*/ 0 f16 1"/>
                <a:gd name="f21" fmla="*/ 0 f15 1"/>
                <a:gd name="f22" fmla="*/ 3212502 f16 1"/>
                <a:gd name="f23" fmla="*/ 460777 f15 1"/>
                <a:gd name="f24" fmla="+- f17 0 f1"/>
                <a:gd name="f25" fmla="*/ f20 1 3212502"/>
                <a:gd name="f26" fmla="*/ f21 1 460777"/>
                <a:gd name="f27" fmla="*/ f22 1 3212502"/>
                <a:gd name="f28" fmla="*/ f23 1 460777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3212502" h="460777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80010" tIns="80010" rIns="80010" bIns="80010" anchor="t" anchorCtr="0" compatLnSpc="1">
              <a:noAutofit/>
            </a:bodyPr>
            <a:lstStyle/>
            <a:p>
              <a:pPr marL="0" marR="0" lvl="0" indent="0" algn="l" defTabSz="933446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000" b="0" i="0" u="none" strike="noStrike" kern="1200" cap="none" spc="0" baseline="0">
                  <a:solidFill>
                    <a:schemeClr val="bg1"/>
                  </a:solidFill>
                  <a:uFillTx/>
                  <a:latin typeface="Aptos"/>
                </a:rPr>
                <a:t>Ezekiel </a:t>
              </a:r>
              <a:r>
                <a:rPr lang="en-US" sz="2000" b="0" i="0" u="none" strike="noStrike" kern="1200" cap="none" spc="0" baseline="0" dirty="0">
                  <a:solidFill>
                    <a:schemeClr val="bg1"/>
                  </a:solidFill>
                  <a:uFillTx/>
                  <a:latin typeface="Aptos"/>
                </a:rPr>
                <a:t>Garcia</a:t>
              </a: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5D70992-3CB6-2CDB-79AD-8C3A821F116D}"/>
                </a:ext>
              </a:extLst>
            </p:cNvPr>
            <p:cNvSpPr/>
            <p:nvPr/>
          </p:nvSpPr>
          <p:spPr>
            <a:xfrm>
              <a:off x="8010226" y="3369600"/>
              <a:ext cx="3212497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12701" cap="flat">
              <a:noFill/>
              <a:prstDash val="solid"/>
              <a:miter/>
            </a:ln>
          </p:spPr>
          <p:txBody>
            <a:bodyPr lIns="0" tIns="0" rIns="0" bIns="0"/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5FFC105-C9D5-7EEF-AE03-627698E80E12}"/>
                </a:ext>
              </a:extLst>
            </p:cNvPr>
            <p:cNvSpPr/>
            <p:nvPr/>
          </p:nvSpPr>
          <p:spPr>
            <a:xfrm>
              <a:off x="8010226" y="3369600"/>
              <a:ext cx="3212497" cy="46077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212502"/>
                <a:gd name="f7" fmla="val 460777"/>
                <a:gd name="f8" fmla="+- 0 0 -90"/>
                <a:gd name="f9" fmla="*/ f3 1 3212502"/>
                <a:gd name="f10" fmla="*/ f4 1 460777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3212502"/>
                <a:gd name="f19" fmla="*/ f15 1 460777"/>
                <a:gd name="f20" fmla="*/ 0 f16 1"/>
                <a:gd name="f21" fmla="*/ 0 f15 1"/>
                <a:gd name="f22" fmla="*/ 3212502 f16 1"/>
                <a:gd name="f23" fmla="*/ 460777 f15 1"/>
                <a:gd name="f24" fmla="+- f17 0 f1"/>
                <a:gd name="f25" fmla="*/ f20 1 3212502"/>
                <a:gd name="f26" fmla="*/ f21 1 460777"/>
                <a:gd name="f27" fmla="*/ f22 1 3212502"/>
                <a:gd name="f28" fmla="*/ f23 1 460777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3212502" h="460777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80010" tIns="80010" rIns="80010" bIns="80010" anchor="t" anchorCtr="0" compatLnSpc="1">
              <a:noAutofit/>
            </a:bodyPr>
            <a:lstStyle/>
            <a:p>
              <a:pPr marL="0" marR="0" lvl="0" indent="0" algn="l" defTabSz="933446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2000" b="0" i="0" u="none" strike="noStrike" kern="1200" cap="none" spc="0" baseline="0" dirty="0">
                  <a:solidFill>
                    <a:schemeClr val="bg1"/>
                  </a:solidFill>
                  <a:uFillTx/>
                  <a:latin typeface="Aptos"/>
                </a:rPr>
                <a:t>Jonathan Iglesias</a:t>
              </a:r>
              <a:endParaRPr lang="en-US" sz="2000" b="0" i="0" u="none" strike="noStrike" kern="1200" cap="none" spc="0" baseline="0" dirty="0">
                <a:solidFill>
                  <a:schemeClr val="bg1"/>
                </a:solidFill>
                <a:uFillTx/>
                <a:latin typeface="Aptos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6FFA420F-42AF-9165-8738-489932CCF69E}"/>
                </a:ext>
              </a:extLst>
            </p:cNvPr>
            <p:cNvSpPr/>
            <p:nvPr/>
          </p:nvSpPr>
          <p:spPr>
            <a:xfrm>
              <a:off x="8010226" y="3830385"/>
              <a:ext cx="3212497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12701" cap="flat">
              <a:noFill/>
              <a:prstDash val="solid"/>
              <a:miter/>
            </a:ln>
          </p:spPr>
          <p:txBody>
            <a:bodyPr lIns="0" tIns="0" rIns="0" bIns="0"/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7866EB9-F353-80BA-33D9-382FD6A9AAAA}"/>
                </a:ext>
              </a:extLst>
            </p:cNvPr>
            <p:cNvSpPr/>
            <p:nvPr/>
          </p:nvSpPr>
          <p:spPr>
            <a:xfrm>
              <a:off x="8010226" y="3830385"/>
              <a:ext cx="3212497" cy="46077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212502"/>
                <a:gd name="f7" fmla="val 460777"/>
                <a:gd name="f8" fmla="+- 0 0 -90"/>
                <a:gd name="f9" fmla="*/ f3 1 3212502"/>
                <a:gd name="f10" fmla="*/ f4 1 460777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3212502"/>
                <a:gd name="f19" fmla="*/ f15 1 460777"/>
                <a:gd name="f20" fmla="*/ 0 f16 1"/>
                <a:gd name="f21" fmla="*/ 0 f15 1"/>
                <a:gd name="f22" fmla="*/ 3212502 f16 1"/>
                <a:gd name="f23" fmla="*/ 460777 f15 1"/>
                <a:gd name="f24" fmla="+- f17 0 f1"/>
                <a:gd name="f25" fmla="*/ f20 1 3212502"/>
                <a:gd name="f26" fmla="*/ f21 1 460777"/>
                <a:gd name="f27" fmla="*/ f22 1 3212502"/>
                <a:gd name="f28" fmla="*/ f23 1 460777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3212502" h="460777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80010" tIns="80010" rIns="80010" bIns="80010" anchor="t" anchorCtr="0" compatLnSpc="1">
              <a:noAutofit/>
            </a:bodyPr>
            <a:lstStyle/>
            <a:p>
              <a:pPr marL="0" marR="0" lvl="0" indent="0" algn="l" defTabSz="933446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2000" b="0" i="0" u="none" strike="noStrike" kern="1200" cap="none" spc="0" baseline="0" dirty="0">
                  <a:solidFill>
                    <a:schemeClr val="bg1"/>
                  </a:solidFill>
                  <a:uFillTx/>
                  <a:latin typeface="Aptos"/>
                </a:rPr>
                <a:t>Giovani Labrador</a:t>
              </a:r>
              <a:endParaRPr lang="en-US" sz="2000" b="0" i="0" u="none" strike="noStrike" kern="1200" cap="none" spc="0" baseline="0" dirty="0">
                <a:solidFill>
                  <a:schemeClr val="bg1"/>
                </a:solidFill>
                <a:uFillTx/>
                <a:latin typeface="Aptos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144E3FD-BD8E-FBD3-B7FD-9FA37A189EBD}"/>
                </a:ext>
              </a:extLst>
            </p:cNvPr>
            <p:cNvSpPr/>
            <p:nvPr/>
          </p:nvSpPr>
          <p:spPr>
            <a:xfrm>
              <a:off x="8010226" y="4291160"/>
              <a:ext cx="3212497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12701" cap="flat">
              <a:noFill/>
              <a:prstDash val="solid"/>
              <a:miter/>
            </a:ln>
          </p:spPr>
          <p:txBody>
            <a:bodyPr lIns="0" tIns="0" rIns="0" bIns="0"/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6E28E1E-4B49-CAA8-5C45-404AEDD852F8}"/>
                </a:ext>
              </a:extLst>
            </p:cNvPr>
            <p:cNvSpPr/>
            <p:nvPr/>
          </p:nvSpPr>
          <p:spPr>
            <a:xfrm>
              <a:off x="8010226" y="4291160"/>
              <a:ext cx="3212497" cy="46077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212502"/>
                <a:gd name="f7" fmla="val 460777"/>
                <a:gd name="f8" fmla="+- 0 0 -90"/>
                <a:gd name="f9" fmla="*/ f3 1 3212502"/>
                <a:gd name="f10" fmla="*/ f4 1 460777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3212502"/>
                <a:gd name="f19" fmla="*/ f15 1 460777"/>
                <a:gd name="f20" fmla="*/ 0 f16 1"/>
                <a:gd name="f21" fmla="*/ 0 f15 1"/>
                <a:gd name="f22" fmla="*/ 3212502 f16 1"/>
                <a:gd name="f23" fmla="*/ 460777 f15 1"/>
                <a:gd name="f24" fmla="+- f17 0 f1"/>
                <a:gd name="f25" fmla="*/ f20 1 3212502"/>
                <a:gd name="f26" fmla="*/ f21 1 460777"/>
                <a:gd name="f27" fmla="*/ f22 1 3212502"/>
                <a:gd name="f28" fmla="*/ f23 1 460777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3212502" h="460777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80010" tIns="80010" rIns="80010" bIns="80010" anchor="t" anchorCtr="0" compatLnSpc="1">
              <a:noAutofit/>
            </a:bodyPr>
            <a:lstStyle/>
            <a:p>
              <a:pPr marL="0" marR="0" lvl="0" indent="0" algn="l" defTabSz="933446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000" dirty="0">
                  <a:solidFill>
                    <a:schemeClr val="bg1"/>
                  </a:solidFill>
                  <a:latin typeface="Aptos"/>
                </a:rPr>
                <a:t>Tristin </a:t>
              </a:r>
              <a:r>
                <a:rPr lang="en-US" sz="2000" b="0" i="0" u="none" strike="noStrike" kern="1200" cap="none" spc="0" baseline="0" dirty="0">
                  <a:solidFill>
                    <a:schemeClr val="bg1"/>
                  </a:solidFill>
                  <a:uFillTx/>
                  <a:latin typeface="Aptos"/>
                </a:rPr>
                <a:t>Liebenberg</a:t>
              </a: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BBD7F593-829E-A77D-F60C-9E2800BD9ED5}"/>
                </a:ext>
              </a:extLst>
            </p:cNvPr>
            <p:cNvSpPr/>
            <p:nvPr/>
          </p:nvSpPr>
          <p:spPr>
            <a:xfrm>
              <a:off x="8010226" y="4751935"/>
              <a:ext cx="3212497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12701" cap="flat">
              <a:noFill/>
              <a:prstDash val="solid"/>
              <a:miter/>
            </a:ln>
          </p:spPr>
          <p:txBody>
            <a:bodyPr lIns="0" tIns="0" rIns="0" bIns="0"/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1A8C7F-577F-7F31-9DBC-C3C8EAB354E4}"/>
                </a:ext>
              </a:extLst>
            </p:cNvPr>
            <p:cNvSpPr/>
            <p:nvPr/>
          </p:nvSpPr>
          <p:spPr>
            <a:xfrm>
              <a:off x="8010226" y="4751935"/>
              <a:ext cx="3212497" cy="46077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212502"/>
                <a:gd name="f7" fmla="val 460777"/>
                <a:gd name="f8" fmla="+- 0 0 -90"/>
                <a:gd name="f9" fmla="*/ f3 1 3212502"/>
                <a:gd name="f10" fmla="*/ f4 1 460777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3212502"/>
                <a:gd name="f19" fmla="*/ f15 1 460777"/>
                <a:gd name="f20" fmla="*/ 0 f16 1"/>
                <a:gd name="f21" fmla="*/ 0 f15 1"/>
                <a:gd name="f22" fmla="*/ 3212502 f16 1"/>
                <a:gd name="f23" fmla="*/ 460777 f15 1"/>
                <a:gd name="f24" fmla="+- f17 0 f1"/>
                <a:gd name="f25" fmla="*/ f20 1 3212502"/>
                <a:gd name="f26" fmla="*/ f21 1 460777"/>
                <a:gd name="f27" fmla="*/ f22 1 3212502"/>
                <a:gd name="f28" fmla="*/ f23 1 460777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3212502" h="460777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80010" tIns="80010" rIns="80010" bIns="80010" anchor="t" anchorCtr="0" compatLnSpc="1">
              <a:noAutofit/>
            </a:bodyPr>
            <a:lstStyle/>
            <a:p>
              <a:pPr marL="0" marR="0" lvl="0" indent="0" algn="l" defTabSz="933446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nl-NL" sz="2000" b="0" i="0" u="none" strike="noStrike" kern="1200" cap="none" spc="0" baseline="0" dirty="0">
                  <a:solidFill>
                    <a:schemeClr val="bg1"/>
                  </a:solidFill>
                  <a:uFillTx/>
                  <a:latin typeface="Aptos"/>
                </a:rPr>
                <a:t>Eyaan Syed</a:t>
              </a:r>
              <a:endParaRPr lang="en-US" sz="2000" b="0" i="0" u="none" strike="noStrike" kern="1200" cap="none" spc="0" baseline="0" dirty="0">
                <a:solidFill>
                  <a:schemeClr val="bg1"/>
                </a:solidFill>
                <a:uFillTx/>
                <a:latin typeface="Aptos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C30A786-D427-21D0-88C2-AA63364C18DE}"/>
                </a:ext>
              </a:extLst>
            </p:cNvPr>
            <p:cNvSpPr/>
            <p:nvPr/>
          </p:nvSpPr>
          <p:spPr>
            <a:xfrm>
              <a:off x="8010226" y="5212710"/>
              <a:ext cx="3212497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12701" cap="flat">
              <a:noFill/>
              <a:prstDash val="solid"/>
              <a:miter/>
            </a:ln>
          </p:spPr>
          <p:txBody>
            <a:bodyPr lIns="0" tIns="0" rIns="0" bIns="0"/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4">
            <a:extLst>
              <a:ext uri="{FF2B5EF4-FFF2-40B4-BE49-F238E27FC236}">
                <a16:creationId xmlns:a16="http://schemas.microsoft.com/office/drawing/2014/main" id="{A79BA63B-817F-FD7D-327F-48452E9AF604}"/>
              </a:ext>
            </a:extLst>
          </p:cNvPr>
          <p:cNvSpPr txBox="1"/>
          <p:nvPr/>
        </p:nvSpPr>
        <p:spPr>
          <a:xfrm>
            <a:off x="10405834" y="416913"/>
            <a:ext cx="1636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FF00"/>
                </a:solidFill>
              </a:rPr>
              <a:t>JONATHAN</a:t>
            </a:r>
          </a:p>
        </p:txBody>
      </p:sp>
    </p:spTree>
    <p:extLst>
      <p:ext uri="{BB962C8B-B14F-4D97-AF65-F5344CB8AC3E}">
        <p14:creationId xmlns:p14="http://schemas.microsoft.com/office/powerpoint/2010/main" val="280729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8A4B0-0147-DE40-60B0-F18E63EBB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18E08CDC-13BF-2DEB-C0EA-EE97F422879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1556"/>
            <a:ext cx="12192001" cy="686955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93C4FB2-1E03-4CF9-0C49-A1C3DF5D490D}"/>
              </a:ext>
            </a:extLst>
          </p:cNvPr>
          <p:cNvSpPr txBox="1">
            <a:spLocks/>
          </p:cNvSpPr>
          <p:nvPr/>
        </p:nvSpPr>
        <p:spPr>
          <a:xfrm>
            <a:off x="5381823" y="-24880"/>
            <a:ext cx="3886578" cy="11841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dirty="0">
                <a:gradFill>
                  <a:gsLst>
                    <a:gs pos="49000">
                      <a:srgbClr val="FFC000"/>
                    </a:gs>
                    <a:gs pos="70000">
                      <a:schemeClr val="accent1">
                        <a:lumMod val="45000"/>
                        <a:lumOff val="55000"/>
                      </a:schemeClr>
                    </a:gs>
                    <a:gs pos="0">
                      <a:schemeClr val="accent1">
                        <a:lumMod val="45000"/>
                        <a:lumOff val="55000"/>
                      </a:schemeClr>
                    </a:gs>
                    <a:gs pos="28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Installation</a:t>
            </a: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F75AC7AA-A3A7-F0B0-A6DB-B12D787590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4343410"/>
              </p:ext>
            </p:extLst>
          </p:nvPr>
        </p:nvGraphicFramePr>
        <p:xfrm>
          <a:off x="2351753" y="1247684"/>
          <a:ext cx="9311809" cy="49298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6B502962-BBCB-61B2-C6D8-0D56590C26D8}"/>
              </a:ext>
            </a:extLst>
          </p:cNvPr>
          <p:cNvGrpSpPr/>
          <p:nvPr/>
        </p:nvGrpSpPr>
        <p:grpSpPr>
          <a:xfrm>
            <a:off x="9414908" y="530862"/>
            <a:ext cx="2272146" cy="1649145"/>
            <a:chOff x="6095999" y="-3297836"/>
            <a:chExt cx="2272146" cy="164914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60C395F-92EF-D203-9307-522F3425A8AD}"/>
                </a:ext>
              </a:extLst>
            </p:cNvPr>
            <p:cNvSpPr/>
            <p:nvPr/>
          </p:nvSpPr>
          <p:spPr>
            <a:xfrm>
              <a:off x="6095999" y="-3297836"/>
              <a:ext cx="2272146" cy="1649145"/>
            </a:xfrm>
            <a:prstGeom prst="rect">
              <a:avLst/>
            </a:prstGeom>
            <a:solidFill>
              <a:schemeClr val="bg1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5226D21-A2CD-037D-598F-910E10CF6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5206" y="-3156600"/>
              <a:ext cx="1932940" cy="1349375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</p:pic>
      </p:grpSp>
      <p:sp>
        <p:nvSpPr>
          <p:cNvPr id="2" name="TextBox 4">
            <a:extLst>
              <a:ext uri="{FF2B5EF4-FFF2-40B4-BE49-F238E27FC236}">
                <a16:creationId xmlns:a16="http://schemas.microsoft.com/office/drawing/2014/main" id="{A79BA63B-817F-FD7D-327F-48452E9AF604}"/>
              </a:ext>
            </a:extLst>
          </p:cNvPr>
          <p:cNvSpPr txBox="1"/>
          <p:nvPr/>
        </p:nvSpPr>
        <p:spPr>
          <a:xfrm>
            <a:off x="10050759" y="117327"/>
            <a:ext cx="1636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FF00"/>
                </a:solidFill>
              </a:rPr>
              <a:t>GIOVANI</a:t>
            </a:r>
          </a:p>
        </p:txBody>
      </p:sp>
    </p:spTree>
    <p:extLst>
      <p:ext uri="{BB962C8B-B14F-4D97-AF65-F5344CB8AC3E}">
        <p14:creationId xmlns:p14="http://schemas.microsoft.com/office/powerpoint/2010/main" val="1013436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F0F8-FD08-8420-CC88-FEFD35568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FEE9847A-C616-E0E0-D367-DD1E7964AE8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1556"/>
            <a:ext cx="12192001" cy="6869556"/>
          </a:xfrm>
          <a:prstGeom prst="rect">
            <a:avLst/>
          </a:prstGeom>
          <a:solidFill>
            <a:srgbClr val="156082">
              <a:alpha val="90000"/>
              <a:hueOff val="0"/>
              <a:satOff val="0"/>
              <a:lumOff val="0"/>
              <a:alphaOff val="0"/>
            </a:srgbClr>
          </a:solidFill>
          <a:ln w="19050" cap="flat" cmpd="sng" algn="ctr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prstDash val="solid"/>
            <a:miter lim="800000"/>
          </a:ln>
          <a:effectLst/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D3FDA72-DE5B-0E35-E622-A88DD565A862}"/>
              </a:ext>
            </a:extLst>
          </p:cNvPr>
          <p:cNvSpPr txBox="1">
            <a:spLocks/>
          </p:cNvSpPr>
          <p:nvPr/>
        </p:nvSpPr>
        <p:spPr>
          <a:xfrm>
            <a:off x="4925333" y="696641"/>
            <a:ext cx="4669876" cy="11841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dirty="0">
                <a:gradFill>
                  <a:gsLst>
                    <a:gs pos="49000">
                      <a:srgbClr val="FFC000"/>
                    </a:gs>
                    <a:gs pos="70000">
                      <a:schemeClr val="accent1">
                        <a:lumMod val="45000"/>
                        <a:lumOff val="55000"/>
                      </a:schemeClr>
                    </a:gs>
                    <a:gs pos="0">
                      <a:schemeClr val="accent1">
                        <a:lumMod val="45000"/>
                        <a:lumOff val="55000"/>
                      </a:schemeClr>
                    </a:gs>
                    <a:gs pos="28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Maintenance</a:t>
            </a:r>
          </a:p>
        </p:txBody>
      </p:sp>
      <p:pic>
        <p:nvPicPr>
          <p:cNvPr id="2" name="Picture 1" descr="A person holding a wrench and a computer monitor&#10;&#10;AI-generated content may be incorrect.">
            <a:extLst>
              <a:ext uri="{FF2B5EF4-FFF2-40B4-BE49-F238E27FC236}">
                <a16:creationId xmlns:a16="http://schemas.microsoft.com/office/drawing/2014/main" id="{C545F3FC-DF90-1630-38BB-645B20B87C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74396">
            <a:off x="9122852" y="630802"/>
            <a:ext cx="2151859" cy="1548074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69D78AAA-635B-EEFD-B77E-58DDCDA519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9107514"/>
              </p:ext>
            </p:extLst>
          </p:nvPr>
        </p:nvGraphicFramePr>
        <p:xfrm>
          <a:off x="3296845" y="1926321"/>
          <a:ext cx="7018162" cy="42940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TextBox 4">
            <a:extLst>
              <a:ext uri="{FF2B5EF4-FFF2-40B4-BE49-F238E27FC236}">
                <a16:creationId xmlns:a16="http://schemas.microsoft.com/office/drawing/2014/main" id="{A79BA63B-817F-FD7D-327F-48452E9AF604}"/>
              </a:ext>
            </a:extLst>
          </p:cNvPr>
          <p:cNvSpPr txBox="1"/>
          <p:nvPr/>
        </p:nvSpPr>
        <p:spPr>
          <a:xfrm>
            <a:off x="10315007" y="268269"/>
            <a:ext cx="1636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FF00"/>
                </a:solidFill>
              </a:rPr>
              <a:t>TRISTIN</a:t>
            </a:r>
          </a:p>
        </p:txBody>
      </p:sp>
    </p:spTree>
    <p:extLst>
      <p:ext uri="{BB962C8B-B14F-4D97-AF65-F5344CB8AC3E}">
        <p14:creationId xmlns:p14="http://schemas.microsoft.com/office/powerpoint/2010/main" val="991587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5E581-F85A-69B6-E8D9-F3A466554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E1DE398D-4854-3921-3AAE-1495BE3297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1556"/>
            <a:ext cx="12192001" cy="686955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F1F8EE7-CBE7-C6D5-2DB5-81F380EA9540}"/>
              </a:ext>
            </a:extLst>
          </p:cNvPr>
          <p:cNvSpPr txBox="1">
            <a:spLocks/>
          </p:cNvSpPr>
          <p:nvPr/>
        </p:nvSpPr>
        <p:spPr>
          <a:xfrm>
            <a:off x="2862944" y="-348163"/>
            <a:ext cx="8442374" cy="152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4400" dirty="0">
                <a:gradFill>
                  <a:gsLst>
                    <a:gs pos="49000">
                      <a:srgbClr val="FFC000"/>
                    </a:gs>
                    <a:gs pos="70000">
                      <a:schemeClr val="accent1">
                        <a:lumMod val="45000"/>
                        <a:lumOff val="55000"/>
                      </a:schemeClr>
                    </a:gs>
                    <a:gs pos="0">
                      <a:schemeClr val="accent1">
                        <a:lumMod val="45000"/>
                        <a:lumOff val="55000"/>
                      </a:schemeClr>
                    </a:gs>
                    <a:gs pos="28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Preparing for Future Development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472467A-C0DA-F3FB-9BA9-5EB31AC1EC18}"/>
              </a:ext>
            </a:extLst>
          </p:cNvPr>
          <p:cNvGrpSpPr/>
          <p:nvPr/>
        </p:nvGrpSpPr>
        <p:grpSpPr>
          <a:xfrm>
            <a:off x="835013" y="2296550"/>
            <a:ext cx="3015343" cy="2253343"/>
            <a:chOff x="1894114" y="-1970314"/>
            <a:chExt cx="3015343" cy="2253343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1756F4AC-FF62-4957-5826-E5AFCE5A0143}"/>
                </a:ext>
              </a:extLst>
            </p:cNvPr>
            <p:cNvSpPr/>
            <p:nvPr/>
          </p:nvSpPr>
          <p:spPr>
            <a:xfrm>
              <a:off x="1894114" y="-1970314"/>
              <a:ext cx="3015343" cy="2253343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" name="Picture 1" descr="A person sitting in a chair with a device&#10;&#10;AI-generated content may be incorrect.">
              <a:extLst>
                <a:ext uri="{FF2B5EF4-FFF2-40B4-BE49-F238E27FC236}">
                  <a16:creationId xmlns:a16="http://schemas.microsoft.com/office/drawing/2014/main" id="{741E975C-32A5-A4EC-090F-D284C8AA7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2715" y="-1798366"/>
              <a:ext cx="2574290" cy="1909445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prst="relaxedInset"/>
            </a:sp3d>
          </p:spPr>
        </p:pic>
      </p:grp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5547B58-E6A6-90E9-2D56-590635FFA5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0785888"/>
              </p:ext>
            </p:extLst>
          </p:nvPr>
        </p:nvGraphicFramePr>
        <p:xfrm>
          <a:off x="4300360" y="1264859"/>
          <a:ext cx="6683326" cy="4700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" name="TextBox 4">
            <a:extLst>
              <a:ext uri="{FF2B5EF4-FFF2-40B4-BE49-F238E27FC236}">
                <a16:creationId xmlns:a16="http://schemas.microsoft.com/office/drawing/2014/main" id="{A79BA63B-817F-FD7D-327F-48452E9AF604}"/>
              </a:ext>
            </a:extLst>
          </p:cNvPr>
          <p:cNvSpPr txBox="1"/>
          <p:nvPr/>
        </p:nvSpPr>
        <p:spPr>
          <a:xfrm>
            <a:off x="10487170" y="230695"/>
            <a:ext cx="1636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FF00"/>
                </a:solidFill>
              </a:rPr>
              <a:t>EYAAN</a:t>
            </a:r>
          </a:p>
        </p:txBody>
      </p:sp>
    </p:spTree>
    <p:extLst>
      <p:ext uri="{BB962C8B-B14F-4D97-AF65-F5344CB8AC3E}">
        <p14:creationId xmlns:p14="http://schemas.microsoft.com/office/powerpoint/2010/main" val="1673498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78F3E-13A5-9CEC-0E2F-3170624AC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B19797B7-9452-43DD-FBDF-9EA9228314E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1556"/>
            <a:ext cx="12192001" cy="6869556"/>
          </a:xfrm>
          <a:prstGeom prst="rect">
            <a:avLst/>
          </a:prstGeom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9F773E50-D5C1-75FE-2114-AF8183C01500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252851" y="2225167"/>
            <a:ext cx="5916168" cy="40950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bg1"/>
                </a:solidFill>
              </a:rPr>
              <a:t>By following these steps, will be easy to install and maintain the software while setting foundations for the next revision. </a:t>
            </a:r>
          </a:p>
          <a:p>
            <a:pPr marL="0" indent="0">
              <a:lnSpc>
                <a:spcPct val="200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bg1"/>
                </a:solidFill>
              </a:rPr>
              <a:t>Thank you for watching, the next video will discuss shortcomings and future features.</a:t>
            </a:r>
            <a:endParaRPr lang="es-ES" sz="1800" dirty="0">
              <a:solidFill>
                <a:schemeClr val="bg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14D7609-731B-B37B-C4F3-771B4ECCFEEC}"/>
              </a:ext>
            </a:extLst>
          </p:cNvPr>
          <p:cNvSpPr txBox="1">
            <a:spLocks/>
          </p:cNvSpPr>
          <p:nvPr/>
        </p:nvSpPr>
        <p:spPr>
          <a:xfrm>
            <a:off x="5158633" y="451916"/>
            <a:ext cx="5916168" cy="152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4400" dirty="0">
                <a:gradFill>
                  <a:gsLst>
                    <a:gs pos="49000">
                      <a:srgbClr val="FFC000"/>
                    </a:gs>
                    <a:gs pos="70000">
                      <a:schemeClr val="accent1">
                        <a:lumMod val="45000"/>
                        <a:lumOff val="55000"/>
                      </a:schemeClr>
                    </a:gs>
                    <a:gs pos="0">
                      <a:schemeClr val="accent1">
                        <a:lumMod val="45000"/>
                        <a:lumOff val="55000"/>
                      </a:schemeClr>
                    </a:gs>
                    <a:gs pos="28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</a:p>
        </p:txBody>
      </p:sp>
      <p:pic>
        <p:nvPicPr>
          <p:cNvPr id="7" name="Content Placeholder 4" descr="4k prores video of Social Network Connections icons on backgrounds">
            <a:extLst>
              <a:ext uri="{FF2B5EF4-FFF2-40B4-BE49-F238E27FC236}">
                <a16:creationId xmlns:a16="http://schemas.microsoft.com/office/drawing/2014/main" id="{BF0EC404-739F-C291-D8A8-8415AEE0B8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434" r="33772" b="-1"/>
          <a:stretch/>
        </p:blipFill>
        <p:spPr>
          <a:xfrm>
            <a:off x="2430457" y="2058782"/>
            <a:ext cx="2430785" cy="3394961"/>
          </a:xfrm>
          <a:prstGeom prst="rect">
            <a:avLst/>
          </a:prstGeom>
          <a:effectLst>
            <a:glow rad="127000">
              <a:srgbClr val="FFC000"/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2" name="TextBox 4">
            <a:extLst>
              <a:ext uri="{FF2B5EF4-FFF2-40B4-BE49-F238E27FC236}">
                <a16:creationId xmlns:a16="http://schemas.microsoft.com/office/drawing/2014/main" id="{E4B32D46-B043-12EC-62BC-70E00437F58F}"/>
              </a:ext>
            </a:extLst>
          </p:cNvPr>
          <p:cNvSpPr txBox="1"/>
          <p:nvPr/>
        </p:nvSpPr>
        <p:spPr>
          <a:xfrm>
            <a:off x="10487170" y="230695"/>
            <a:ext cx="1636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FF00"/>
                </a:solidFill>
              </a:rPr>
              <a:t>EZEKIEL</a:t>
            </a:r>
          </a:p>
        </p:txBody>
      </p:sp>
    </p:spTree>
    <p:extLst>
      <p:ext uri="{BB962C8B-B14F-4D97-AF65-F5344CB8AC3E}">
        <p14:creationId xmlns:p14="http://schemas.microsoft.com/office/powerpoint/2010/main" val="730137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172</Words>
  <Application>Microsoft Office PowerPoint</Application>
  <PresentationFormat>Widescreen</PresentationFormat>
  <Paragraphs>45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Garcia</dc:creator>
  <cp:lastModifiedBy>Julia Garcia</cp:lastModifiedBy>
  <cp:revision>74</cp:revision>
  <dcterms:created xsi:type="dcterms:W3CDTF">2025-03-22T21:55:41Z</dcterms:created>
  <dcterms:modified xsi:type="dcterms:W3CDTF">2025-04-14T19:54:03Z</dcterms:modified>
</cp:coreProperties>
</file>