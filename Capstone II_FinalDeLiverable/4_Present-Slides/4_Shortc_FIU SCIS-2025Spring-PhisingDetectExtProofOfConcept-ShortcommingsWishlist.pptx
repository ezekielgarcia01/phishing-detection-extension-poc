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tmp" ContentType="image/pn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57" r:id="rId2"/>
    <p:sldId id="267" r:id="rId3"/>
    <p:sldId id="268" r:id="rId4"/>
    <p:sldId id="258" r:id="rId5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000" autoAdjust="0"/>
    <p:restoredTop sz="94660"/>
  </p:normalViewPr>
  <p:slideViewPr>
    <p:cSldViewPr snapToGrid="0" showGuides="1">
      <p:cViewPr varScale="1">
        <p:scale>
          <a:sx n="64" d="100"/>
          <a:sy n="64" d="100"/>
        </p:scale>
        <p:origin x="77" y="101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4">
  <dgm:title val=""/>
  <dgm:desc val=""/>
  <dgm:catLst>
    <dgm:cat type="accent1" pri="11400"/>
  </dgm:catLst>
  <dgm:styleLbl name="node0">
    <dgm:fillClrLst meth="cycle">
      <a:schemeClr val="accent1">
        <a:shade val="6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cycle">
      <a:schemeClr val="accent1">
        <a:shade val="50000"/>
      </a:schemeClr>
      <a:schemeClr val="accent1">
        <a:tint val="55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cycle">
      <a:schemeClr val="accent1">
        <a:shade val="50000"/>
      </a:schemeClr>
      <a:schemeClr val="accent1">
        <a:tint val="55000"/>
      </a:schemeClr>
    </dgm:fillClrLst>
    <dgm:linClrLst meth="cycle">
      <a:schemeClr val="accent1">
        <a:shade val="50000"/>
      </a:schemeClr>
      <a:schemeClr val="accent1">
        <a:tint val="55000"/>
      </a:schemeClr>
    </dgm:linClrLst>
    <dgm:effectClrLst/>
    <dgm:txLinClrLst/>
    <dgm:txFillClrLst/>
    <dgm:txEffectClrLst/>
  </dgm:styleLbl>
  <dgm:styleLbl name="lnNode1">
    <dgm:fillClrLst meth="cycle">
      <a:schemeClr val="accent1">
        <a:shade val="50000"/>
      </a:schemeClr>
      <a:schemeClr val="accent1">
        <a:tint val="55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cycle">
      <a:schemeClr val="accent1">
        <a:shade val="80000"/>
        <a:alpha val="50000"/>
      </a:schemeClr>
      <a:schemeClr val="accent1">
        <a:tint val="5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1">
        <a:tint val="50000"/>
      </a:schemeClr>
      <a:schemeClr val="accent1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1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1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cycle">
      <a:schemeClr val="accent1">
        <a:shade val="90000"/>
      </a:schemeClr>
      <a:schemeClr val="accent1">
        <a:tint val="50000"/>
      </a:schemeClr>
    </dgm:fillClrLst>
    <dgm:linClrLst meth="cycle"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fgSibTrans2D1">
    <dgm:fillClrLst meth="cycle">
      <a:schemeClr val="accent1">
        <a:shade val="90000"/>
      </a:schemeClr>
      <a:schemeClr val="accent1">
        <a:tint val="50000"/>
      </a:schemeClr>
    </dgm:fillClrLst>
    <dgm:linClrLst meth="cycle"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bgSibTrans2D1">
    <dgm:fillClrLst meth="cycle">
      <a:schemeClr val="accent1">
        <a:shade val="90000"/>
      </a:schemeClr>
      <a:schemeClr val="accent1">
        <a:tint val="50000"/>
      </a:schemeClr>
    </dgm:fillClrLst>
    <dgm:linClrLst meth="cycle"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sibTrans1D1">
    <dgm:fillClrLst meth="cycle">
      <a:schemeClr val="accent1">
        <a:shade val="90000"/>
      </a:schemeClr>
      <a:schemeClr val="accent1">
        <a:tint val="50000"/>
      </a:schemeClr>
    </dgm:fillClrLst>
    <dgm:linClrLst meth="cycle">
      <a:schemeClr val="accent1">
        <a:shade val="90000"/>
      </a:schemeClr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1">
        <a:tint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>
        <a:tint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cycle">
      <a:schemeClr val="accent1">
        <a:shade val="50000"/>
      </a:schemeClr>
      <a:schemeClr val="accent1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cycle">
      <a:schemeClr val="accent1">
        <a:shade val="50000"/>
      </a:schemeClr>
      <a:schemeClr val="accent1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cycle">
      <a:schemeClr val="accent1">
        <a:shade val="50000"/>
      </a:schemeClr>
      <a:schemeClr val="accent1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55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cycle">
      <a:schemeClr val="accent1">
        <a:shade val="50000"/>
      </a:schemeClr>
      <a:schemeClr val="accent1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cycle">
      <a:schemeClr val="accent1">
        <a:shade val="50000"/>
      </a:schemeClr>
      <a:schemeClr val="accent1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55000"/>
      </a:schemeClr>
    </dgm:fillClrLst>
    <dgm:linClrLst meth="repeat">
      <a:schemeClr val="accent1">
        <a:alpha val="90000"/>
        <a:tint val="55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55000"/>
      </a:schemeClr>
    </dgm:fillClrLst>
    <dgm:linClrLst meth="repeat">
      <a:schemeClr val="accent1">
        <a:alpha val="90000"/>
        <a:tint val="55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55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5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55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55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B64DD964-79B4-4C59-8314-86395A5B99BC}" type="doc">
      <dgm:prSet loTypeId="urn:microsoft.com/office/officeart/2005/8/layout/vProcess5" loCatId="process" qsTypeId="urn:microsoft.com/office/officeart/2005/8/quickstyle/3d3" qsCatId="3D" csTypeId="urn:microsoft.com/office/officeart/2005/8/colors/accent1_4" csCatId="accent1" phldr="1"/>
      <dgm:spPr/>
      <dgm:t>
        <a:bodyPr/>
        <a:lstStyle/>
        <a:p>
          <a:endParaRPr lang="en-US"/>
        </a:p>
      </dgm:t>
    </dgm:pt>
    <dgm:pt modelId="{892053E3-7B0A-4EC5-AD68-5027EB8A46CA}">
      <dgm:prSet phldrT="[Text]"/>
      <dgm:spPr/>
      <dgm:t>
        <a:bodyPr/>
        <a:lstStyle/>
        <a:p>
          <a:r>
            <a:rPr lang="en-US" dirty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Limited Browser Compatibility</a:t>
          </a:r>
        </a:p>
      </dgm:t>
    </dgm:pt>
    <dgm:pt modelId="{DFDCBC5A-98AC-4AE0-9E31-A4BEAE6E763B}" type="parTrans" cxnId="{B825F70D-F053-447E-A265-7756333B65B2}">
      <dgm:prSet/>
      <dgm:spPr/>
      <dgm:t>
        <a:bodyPr/>
        <a:lstStyle/>
        <a:p>
          <a:endParaRPr lang="en-US"/>
        </a:p>
      </dgm:t>
    </dgm:pt>
    <dgm:pt modelId="{0A029E4E-AC0E-4A37-8AC6-91BFA6F19B11}" type="sibTrans" cxnId="{B825F70D-F053-447E-A265-7756333B65B2}">
      <dgm:prSet/>
      <dgm:spPr/>
      <dgm:t>
        <a:bodyPr/>
        <a:lstStyle/>
        <a:p>
          <a:endParaRPr lang="en-US"/>
        </a:p>
      </dgm:t>
    </dgm:pt>
    <dgm:pt modelId="{315069EA-4439-49FB-A352-360EE537EAEE}">
      <dgm:prSet/>
      <dgm:spPr/>
      <dgm:t>
        <a:bodyPr/>
        <a:lstStyle/>
        <a:p>
          <a:r>
            <a:rPr lang="en-US" dirty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Detection Accuracy</a:t>
          </a:r>
        </a:p>
      </dgm:t>
    </dgm:pt>
    <dgm:pt modelId="{37B32895-546E-44EC-A306-91260E5A52F9}" type="parTrans" cxnId="{B67A80E1-C818-4B64-A301-931176BFDCCD}">
      <dgm:prSet/>
      <dgm:spPr/>
      <dgm:t>
        <a:bodyPr/>
        <a:lstStyle/>
        <a:p>
          <a:endParaRPr lang="en-US"/>
        </a:p>
      </dgm:t>
    </dgm:pt>
    <dgm:pt modelId="{ED55BC5D-384E-463E-9593-70426CD0FA45}" type="sibTrans" cxnId="{B67A80E1-C818-4B64-A301-931176BFDCCD}">
      <dgm:prSet/>
      <dgm:spPr/>
      <dgm:t>
        <a:bodyPr/>
        <a:lstStyle/>
        <a:p>
          <a:endParaRPr lang="en-US"/>
        </a:p>
      </dgm:t>
    </dgm:pt>
    <dgm:pt modelId="{F8BCD47E-BA49-4338-BAAC-E86A409B6227}">
      <dgm:prSet/>
      <dgm:spPr/>
      <dgm:t>
        <a:bodyPr/>
        <a:lstStyle/>
        <a:p>
          <a:r>
            <a:rPr lang="en-US" dirty="0">
              <a:solidFill>
                <a:srgbClr val="FFFF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Reliance on External Tools</a:t>
          </a:r>
        </a:p>
      </dgm:t>
    </dgm:pt>
    <dgm:pt modelId="{E4361CD6-B979-43DC-BF23-BA27895CD5AB}" type="parTrans" cxnId="{4084706A-8436-48AE-A2A8-7A3B5EB1F7D5}">
      <dgm:prSet/>
      <dgm:spPr/>
      <dgm:t>
        <a:bodyPr/>
        <a:lstStyle/>
        <a:p>
          <a:endParaRPr lang="en-US"/>
        </a:p>
      </dgm:t>
    </dgm:pt>
    <dgm:pt modelId="{2D4495BD-38FE-4ADD-88A6-81ADB3568E26}" type="sibTrans" cxnId="{4084706A-8436-48AE-A2A8-7A3B5EB1F7D5}">
      <dgm:prSet/>
      <dgm:spPr/>
      <dgm:t>
        <a:bodyPr/>
        <a:lstStyle/>
        <a:p>
          <a:endParaRPr lang="en-US"/>
        </a:p>
      </dgm:t>
    </dgm:pt>
    <dgm:pt modelId="{5627CCD3-5CE9-4CFD-92C9-F21C7AF31AF2}">
      <dgm:prSet/>
      <dgm:spPr/>
      <dgm:t>
        <a:bodyPr/>
        <a:lstStyle/>
        <a:p>
          <a:r>
            <a:rPr lang="en-US" dirty="0">
              <a:solidFill>
                <a:schemeClr val="tx2">
                  <a:lumMod val="75000"/>
                  <a:lumOff val="2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Performance Issues</a:t>
          </a:r>
        </a:p>
      </dgm:t>
    </dgm:pt>
    <dgm:pt modelId="{0295A3DD-E683-4D87-A004-316673AB22FB}" type="parTrans" cxnId="{DB5D3875-ED3B-4010-80C0-0E5CBBAB61EC}">
      <dgm:prSet/>
      <dgm:spPr/>
      <dgm:t>
        <a:bodyPr/>
        <a:lstStyle/>
        <a:p>
          <a:endParaRPr lang="en-US"/>
        </a:p>
      </dgm:t>
    </dgm:pt>
    <dgm:pt modelId="{D9F88FA7-2182-4632-B224-85355326A562}" type="sibTrans" cxnId="{DB5D3875-ED3B-4010-80C0-0E5CBBAB61EC}">
      <dgm:prSet/>
      <dgm:spPr/>
      <dgm:t>
        <a:bodyPr/>
        <a:lstStyle/>
        <a:p>
          <a:endParaRPr lang="en-US"/>
        </a:p>
      </dgm:t>
    </dgm:pt>
    <dgm:pt modelId="{7CF3EFFA-723C-43E5-9412-7EB974F125C7}" type="pres">
      <dgm:prSet presAssocID="{B64DD964-79B4-4C59-8314-86395A5B99BC}" presName="outerComposite" presStyleCnt="0">
        <dgm:presLayoutVars>
          <dgm:chMax val="5"/>
          <dgm:dir/>
          <dgm:resizeHandles val="exact"/>
        </dgm:presLayoutVars>
      </dgm:prSet>
      <dgm:spPr/>
    </dgm:pt>
    <dgm:pt modelId="{93B90DD1-28CE-4544-9D85-26FD32C618A6}" type="pres">
      <dgm:prSet presAssocID="{B64DD964-79B4-4C59-8314-86395A5B99BC}" presName="dummyMaxCanvas" presStyleCnt="0">
        <dgm:presLayoutVars/>
      </dgm:prSet>
      <dgm:spPr/>
    </dgm:pt>
    <dgm:pt modelId="{6DEF4D25-D038-4511-B335-EADF7D62895E}" type="pres">
      <dgm:prSet presAssocID="{B64DD964-79B4-4C59-8314-86395A5B99BC}" presName="FourNodes_1" presStyleLbl="node1" presStyleIdx="0" presStyleCnt="4">
        <dgm:presLayoutVars>
          <dgm:bulletEnabled val="1"/>
        </dgm:presLayoutVars>
      </dgm:prSet>
      <dgm:spPr/>
    </dgm:pt>
    <dgm:pt modelId="{7628BA36-C051-4575-9CBE-089DA545B9A3}" type="pres">
      <dgm:prSet presAssocID="{B64DD964-79B4-4C59-8314-86395A5B99BC}" presName="FourNodes_2" presStyleLbl="node1" presStyleIdx="1" presStyleCnt="4">
        <dgm:presLayoutVars>
          <dgm:bulletEnabled val="1"/>
        </dgm:presLayoutVars>
      </dgm:prSet>
      <dgm:spPr/>
    </dgm:pt>
    <dgm:pt modelId="{D1EA4CB0-15C9-45B1-A567-5DD77DD9EF4A}" type="pres">
      <dgm:prSet presAssocID="{B64DD964-79B4-4C59-8314-86395A5B99BC}" presName="FourNodes_3" presStyleLbl="node1" presStyleIdx="2" presStyleCnt="4">
        <dgm:presLayoutVars>
          <dgm:bulletEnabled val="1"/>
        </dgm:presLayoutVars>
      </dgm:prSet>
      <dgm:spPr/>
    </dgm:pt>
    <dgm:pt modelId="{0663D024-B22B-450F-B8BD-491CDD2C75E6}" type="pres">
      <dgm:prSet presAssocID="{B64DD964-79B4-4C59-8314-86395A5B99BC}" presName="FourNodes_4" presStyleLbl="node1" presStyleIdx="3" presStyleCnt="4">
        <dgm:presLayoutVars>
          <dgm:bulletEnabled val="1"/>
        </dgm:presLayoutVars>
      </dgm:prSet>
      <dgm:spPr/>
    </dgm:pt>
    <dgm:pt modelId="{5EE4FF2F-13FC-45B0-817E-B270EDADCF49}" type="pres">
      <dgm:prSet presAssocID="{B64DD964-79B4-4C59-8314-86395A5B99BC}" presName="FourConn_1-2" presStyleLbl="fgAccFollowNode1" presStyleIdx="0" presStyleCnt="3">
        <dgm:presLayoutVars>
          <dgm:bulletEnabled val="1"/>
        </dgm:presLayoutVars>
      </dgm:prSet>
      <dgm:spPr/>
    </dgm:pt>
    <dgm:pt modelId="{EA03107F-08F5-4753-8B0C-52652AFB51B1}" type="pres">
      <dgm:prSet presAssocID="{B64DD964-79B4-4C59-8314-86395A5B99BC}" presName="FourConn_2-3" presStyleLbl="fgAccFollowNode1" presStyleIdx="1" presStyleCnt="3">
        <dgm:presLayoutVars>
          <dgm:bulletEnabled val="1"/>
        </dgm:presLayoutVars>
      </dgm:prSet>
      <dgm:spPr/>
    </dgm:pt>
    <dgm:pt modelId="{444327CA-F85B-4DFF-B5B1-CB38F178F7A8}" type="pres">
      <dgm:prSet presAssocID="{B64DD964-79B4-4C59-8314-86395A5B99BC}" presName="FourConn_3-4" presStyleLbl="fgAccFollowNode1" presStyleIdx="2" presStyleCnt="3">
        <dgm:presLayoutVars>
          <dgm:bulletEnabled val="1"/>
        </dgm:presLayoutVars>
      </dgm:prSet>
      <dgm:spPr/>
    </dgm:pt>
    <dgm:pt modelId="{534A3783-6F62-4EE3-8C92-BB90CFB6FA39}" type="pres">
      <dgm:prSet presAssocID="{B64DD964-79B4-4C59-8314-86395A5B99BC}" presName="FourNodes_1_text" presStyleLbl="node1" presStyleIdx="3" presStyleCnt="4">
        <dgm:presLayoutVars>
          <dgm:bulletEnabled val="1"/>
        </dgm:presLayoutVars>
      </dgm:prSet>
      <dgm:spPr/>
    </dgm:pt>
    <dgm:pt modelId="{208E25AE-D9FA-40B7-8411-C90B359E7684}" type="pres">
      <dgm:prSet presAssocID="{B64DD964-79B4-4C59-8314-86395A5B99BC}" presName="FourNodes_2_text" presStyleLbl="node1" presStyleIdx="3" presStyleCnt="4">
        <dgm:presLayoutVars>
          <dgm:bulletEnabled val="1"/>
        </dgm:presLayoutVars>
      </dgm:prSet>
      <dgm:spPr/>
    </dgm:pt>
    <dgm:pt modelId="{F99C80B0-8C00-4632-9841-E3ED4EE25702}" type="pres">
      <dgm:prSet presAssocID="{B64DD964-79B4-4C59-8314-86395A5B99BC}" presName="FourNodes_3_text" presStyleLbl="node1" presStyleIdx="3" presStyleCnt="4">
        <dgm:presLayoutVars>
          <dgm:bulletEnabled val="1"/>
        </dgm:presLayoutVars>
      </dgm:prSet>
      <dgm:spPr/>
    </dgm:pt>
    <dgm:pt modelId="{DBA89DEF-3778-4385-A15C-0F1BDB6E6C16}" type="pres">
      <dgm:prSet presAssocID="{B64DD964-79B4-4C59-8314-86395A5B99BC}" presName="FourNodes_4_text" presStyleLbl="node1" presStyleIdx="3" presStyleCnt="4">
        <dgm:presLayoutVars>
          <dgm:bulletEnabled val="1"/>
        </dgm:presLayoutVars>
      </dgm:prSet>
      <dgm:spPr/>
    </dgm:pt>
  </dgm:ptLst>
  <dgm:cxnLst>
    <dgm:cxn modelId="{8E836000-C95C-493C-8805-90415460FCE0}" type="presOf" srcId="{D9F88FA7-2182-4632-B224-85355326A562}" destId="{444327CA-F85B-4DFF-B5B1-CB38F178F7A8}" srcOrd="0" destOrd="0" presId="urn:microsoft.com/office/officeart/2005/8/layout/vProcess5"/>
    <dgm:cxn modelId="{B825F70D-F053-447E-A265-7756333B65B2}" srcId="{B64DD964-79B4-4C59-8314-86395A5B99BC}" destId="{892053E3-7B0A-4EC5-AD68-5027EB8A46CA}" srcOrd="3" destOrd="0" parTransId="{DFDCBC5A-98AC-4AE0-9E31-A4BEAE6E763B}" sibTransId="{0A029E4E-AC0E-4A37-8AC6-91BFA6F19B11}"/>
    <dgm:cxn modelId="{1E7B8726-60DA-4FEF-8F41-F6D5A99430A9}" type="presOf" srcId="{892053E3-7B0A-4EC5-AD68-5027EB8A46CA}" destId="{0663D024-B22B-450F-B8BD-491CDD2C75E6}" srcOrd="0" destOrd="0" presId="urn:microsoft.com/office/officeart/2005/8/layout/vProcess5"/>
    <dgm:cxn modelId="{9AF36762-DCFE-4805-90EC-B6BE310B3136}" type="presOf" srcId="{5627CCD3-5CE9-4CFD-92C9-F21C7AF31AF2}" destId="{F99C80B0-8C00-4632-9841-E3ED4EE25702}" srcOrd="1" destOrd="0" presId="urn:microsoft.com/office/officeart/2005/8/layout/vProcess5"/>
    <dgm:cxn modelId="{C07A6369-B6C2-42A0-9938-2144AE86326C}" type="presOf" srcId="{5627CCD3-5CE9-4CFD-92C9-F21C7AF31AF2}" destId="{D1EA4CB0-15C9-45B1-A567-5DD77DD9EF4A}" srcOrd="0" destOrd="0" presId="urn:microsoft.com/office/officeart/2005/8/layout/vProcess5"/>
    <dgm:cxn modelId="{4084706A-8436-48AE-A2A8-7A3B5EB1F7D5}" srcId="{B64DD964-79B4-4C59-8314-86395A5B99BC}" destId="{F8BCD47E-BA49-4338-BAAC-E86A409B6227}" srcOrd="1" destOrd="0" parTransId="{E4361CD6-B979-43DC-BF23-BA27895CD5AB}" sibTransId="{2D4495BD-38FE-4ADD-88A6-81ADB3568E26}"/>
    <dgm:cxn modelId="{DB5D3875-ED3B-4010-80C0-0E5CBBAB61EC}" srcId="{B64DD964-79B4-4C59-8314-86395A5B99BC}" destId="{5627CCD3-5CE9-4CFD-92C9-F21C7AF31AF2}" srcOrd="2" destOrd="0" parTransId="{0295A3DD-E683-4D87-A004-316673AB22FB}" sibTransId="{D9F88FA7-2182-4632-B224-85355326A562}"/>
    <dgm:cxn modelId="{CA423C57-CA48-4F0E-B8C0-4FF2553E4358}" type="presOf" srcId="{315069EA-4439-49FB-A352-360EE537EAEE}" destId="{6DEF4D25-D038-4511-B335-EADF7D62895E}" srcOrd="0" destOrd="0" presId="urn:microsoft.com/office/officeart/2005/8/layout/vProcess5"/>
    <dgm:cxn modelId="{09A4D157-51AC-496F-B82F-DA182540BA39}" type="presOf" srcId="{F8BCD47E-BA49-4338-BAAC-E86A409B6227}" destId="{7628BA36-C051-4575-9CBE-089DA545B9A3}" srcOrd="0" destOrd="0" presId="urn:microsoft.com/office/officeart/2005/8/layout/vProcess5"/>
    <dgm:cxn modelId="{4719638F-1041-4B2E-9EFD-9B02AA805B35}" type="presOf" srcId="{892053E3-7B0A-4EC5-AD68-5027EB8A46CA}" destId="{DBA89DEF-3778-4385-A15C-0F1BDB6E6C16}" srcOrd="1" destOrd="0" presId="urn:microsoft.com/office/officeart/2005/8/layout/vProcess5"/>
    <dgm:cxn modelId="{7C7AFDAC-8732-4FD0-8E66-60428B5C3017}" type="presOf" srcId="{ED55BC5D-384E-463E-9593-70426CD0FA45}" destId="{5EE4FF2F-13FC-45B0-817E-B270EDADCF49}" srcOrd="0" destOrd="0" presId="urn:microsoft.com/office/officeart/2005/8/layout/vProcess5"/>
    <dgm:cxn modelId="{17386FAD-617C-4652-921D-5BC6DA9BDA44}" type="presOf" srcId="{F8BCD47E-BA49-4338-BAAC-E86A409B6227}" destId="{208E25AE-D9FA-40B7-8411-C90B359E7684}" srcOrd="1" destOrd="0" presId="urn:microsoft.com/office/officeart/2005/8/layout/vProcess5"/>
    <dgm:cxn modelId="{CC0910BF-7BC5-40C0-8A12-55809FFF32BB}" type="presOf" srcId="{B64DD964-79B4-4C59-8314-86395A5B99BC}" destId="{7CF3EFFA-723C-43E5-9412-7EB974F125C7}" srcOrd="0" destOrd="0" presId="urn:microsoft.com/office/officeart/2005/8/layout/vProcess5"/>
    <dgm:cxn modelId="{AB71C6D6-794A-4AE8-B22D-2E284149BEA2}" type="presOf" srcId="{315069EA-4439-49FB-A352-360EE537EAEE}" destId="{534A3783-6F62-4EE3-8C92-BB90CFB6FA39}" srcOrd="1" destOrd="0" presId="urn:microsoft.com/office/officeart/2005/8/layout/vProcess5"/>
    <dgm:cxn modelId="{9AA0D8D9-4044-4B4C-A7C4-DA1AD45AB619}" type="presOf" srcId="{2D4495BD-38FE-4ADD-88A6-81ADB3568E26}" destId="{EA03107F-08F5-4753-8B0C-52652AFB51B1}" srcOrd="0" destOrd="0" presId="urn:microsoft.com/office/officeart/2005/8/layout/vProcess5"/>
    <dgm:cxn modelId="{B67A80E1-C818-4B64-A301-931176BFDCCD}" srcId="{B64DD964-79B4-4C59-8314-86395A5B99BC}" destId="{315069EA-4439-49FB-A352-360EE537EAEE}" srcOrd="0" destOrd="0" parTransId="{37B32895-546E-44EC-A306-91260E5A52F9}" sibTransId="{ED55BC5D-384E-463E-9593-70426CD0FA45}"/>
    <dgm:cxn modelId="{5C4F1C45-D140-4D8A-87F3-C66F32E0D850}" type="presParOf" srcId="{7CF3EFFA-723C-43E5-9412-7EB974F125C7}" destId="{93B90DD1-28CE-4544-9D85-26FD32C618A6}" srcOrd="0" destOrd="0" presId="urn:microsoft.com/office/officeart/2005/8/layout/vProcess5"/>
    <dgm:cxn modelId="{B5BBC9B7-4F97-4239-93C0-5B27C05D4767}" type="presParOf" srcId="{7CF3EFFA-723C-43E5-9412-7EB974F125C7}" destId="{6DEF4D25-D038-4511-B335-EADF7D62895E}" srcOrd="1" destOrd="0" presId="urn:microsoft.com/office/officeart/2005/8/layout/vProcess5"/>
    <dgm:cxn modelId="{9A3C3B8E-A37A-4F7E-9FC5-5C115C61631A}" type="presParOf" srcId="{7CF3EFFA-723C-43E5-9412-7EB974F125C7}" destId="{7628BA36-C051-4575-9CBE-089DA545B9A3}" srcOrd="2" destOrd="0" presId="urn:microsoft.com/office/officeart/2005/8/layout/vProcess5"/>
    <dgm:cxn modelId="{B323817D-3DB7-4A11-B7A1-D196BD0A5FD3}" type="presParOf" srcId="{7CF3EFFA-723C-43E5-9412-7EB974F125C7}" destId="{D1EA4CB0-15C9-45B1-A567-5DD77DD9EF4A}" srcOrd="3" destOrd="0" presId="urn:microsoft.com/office/officeart/2005/8/layout/vProcess5"/>
    <dgm:cxn modelId="{A8F4F8A3-F815-4215-BDD3-CB2CAFD756D4}" type="presParOf" srcId="{7CF3EFFA-723C-43E5-9412-7EB974F125C7}" destId="{0663D024-B22B-450F-B8BD-491CDD2C75E6}" srcOrd="4" destOrd="0" presId="urn:microsoft.com/office/officeart/2005/8/layout/vProcess5"/>
    <dgm:cxn modelId="{3C18AFA1-C309-4EDE-B247-E4CDFA292584}" type="presParOf" srcId="{7CF3EFFA-723C-43E5-9412-7EB974F125C7}" destId="{5EE4FF2F-13FC-45B0-817E-B270EDADCF49}" srcOrd="5" destOrd="0" presId="urn:microsoft.com/office/officeart/2005/8/layout/vProcess5"/>
    <dgm:cxn modelId="{B0C06E78-C131-41AF-B06B-E2F61DF79BE2}" type="presParOf" srcId="{7CF3EFFA-723C-43E5-9412-7EB974F125C7}" destId="{EA03107F-08F5-4753-8B0C-52652AFB51B1}" srcOrd="6" destOrd="0" presId="urn:microsoft.com/office/officeart/2005/8/layout/vProcess5"/>
    <dgm:cxn modelId="{C9B476DD-44D0-4115-8D7C-1CC69B18664B}" type="presParOf" srcId="{7CF3EFFA-723C-43E5-9412-7EB974F125C7}" destId="{444327CA-F85B-4DFF-B5B1-CB38F178F7A8}" srcOrd="7" destOrd="0" presId="urn:microsoft.com/office/officeart/2005/8/layout/vProcess5"/>
    <dgm:cxn modelId="{9C7F48A2-35DD-41FA-AF94-408FAAAFC3AC}" type="presParOf" srcId="{7CF3EFFA-723C-43E5-9412-7EB974F125C7}" destId="{534A3783-6F62-4EE3-8C92-BB90CFB6FA39}" srcOrd="8" destOrd="0" presId="urn:microsoft.com/office/officeart/2005/8/layout/vProcess5"/>
    <dgm:cxn modelId="{F9CFC7E1-CB17-4EAD-9D01-DE18598A6FB8}" type="presParOf" srcId="{7CF3EFFA-723C-43E5-9412-7EB974F125C7}" destId="{208E25AE-D9FA-40B7-8411-C90B359E7684}" srcOrd="9" destOrd="0" presId="urn:microsoft.com/office/officeart/2005/8/layout/vProcess5"/>
    <dgm:cxn modelId="{28C717DE-18A0-483C-B192-679BA683EDA6}" type="presParOf" srcId="{7CF3EFFA-723C-43E5-9412-7EB974F125C7}" destId="{F99C80B0-8C00-4632-9841-E3ED4EE25702}" srcOrd="10" destOrd="0" presId="urn:microsoft.com/office/officeart/2005/8/layout/vProcess5"/>
    <dgm:cxn modelId="{9DE8784B-86CE-4B73-92DA-79BEC1D34E2C}" type="presParOf" srcId="{7CF3EFFA-723C-43E5-9412-7EB974F125C7}" destId="{DBA89DEF-3778-4385-A15C-0F1BDB6E6C16}" srcOrd="11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B64DD964-79B4-4C59-8314-86395A5B99BC}" type="doc">
      <dgm:prSet loTypeId="urn:microsoft.com/office/officeart/2005/8/layout/vProcess5" loCatId="process" qsTypeId="urn:microsoft.com/office/officeart/2005/8/quickstyle/3d3" qsCatId="3D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892053E3-7B0A-4EC5-AD68-5027EB8A46CA}">
      <dgm:prSet phldrT="[Text]"/>
      <dgm:spPr/>
      <dgm:t>
        <a:bodyPr/>
        <a:lstStyle/>
        <a:p>
          <a:r>
            <a:rPr lang="en-US" dirty="0"/>
            <a:t>Multi-Language Detection</a:t>
          </a:r>
        </a:p>
      </dgm:t>
    </dgm:pt>
    <dgm:pt modelId="{DFDCBC5A-98AC-4AE0-9E31-A4BEAE6E763B}" type="parTrans" cxnId="{B825F70D-F053-447E-A265-7756333B65B2}">
      <dgm:prSet/>
      <dgm:spPr/>
      <dgm:t>
        <a:bodyPr/>
        <a:lstStyle/>
        <a:p>
          <a:endParaRPr lang="en-US"/>
        </a:p>
      </dgm:t>
    </dgm:pt>
    <dgm:pt modelId="{0A029E4E-AC0E-4A37-8AC6-91BFA6F19B11}" type="sibTrans" cxnId="{B825F70D-F053-447E-A265-7756333B65B2}">
      <dgm:prSet/>
      <dgm:spPr/>
      <dgm:t>
        <a:bodyPr/>
        <a:lstStyle/>
        <a:p>
          <a:endParaRPr lang="en-US"/>
        </a:p>
      </dgm:t>
    </dgm:pt>
    <dgm:pt modelId="{315069EA-4439-49FB-A352-360EE537EAEE}">
      <dgm:prSet/>
      <dgm:spPr/>
      <dgm:t>
        <a:bodyPr/>
        <a:lstStyle/>
        <a:p>
          <a:r>
            <a:rPr lang="en-US" b="0" dirty="0"/>
            <a:t>Enhanced Alert System</a:t>
          </a:r>
        </a:p>
      </dgm:t>
    </dgm:pt>
    <dgm:pt modelId="{37B32895-546E-44EC-A306-91260E5A52F9}" type="parTrans" cxnId="{B67A80E1-C818-4B64-A301-931176BFDCCD}">
      <dgm:prSet/>
      <dgm:spPr/>
      <dgm:t>
        <a:bodyPr/>
        <a:lstStyle/>
        <a:p>
          <a:endParaRPr lang="en-US"/>
        </a:p>
      </dgm:t>
    </dgm:pt>
    <dgm:pt modelId="{ED55BC5D-384E-463E-9593-70426CD0FA45}" type="sibTrans" cxnId="{B67A80E1-C818-4B64-A301-931176BFDCCD}">
      <dgm:prSet/>
      <dgm:spPr/>
      <dgm:t>
        <a:bodyPr/>
        <a:lstStyle/>
        <a:p>
          <a:endParaRPr lang="en-US"/>
        </a:p>
      </dgm:t>
    </dgm:pt>
    <dgm:pt modelId="{F8BCD47E-BA49-4338-BAAC-E86A409B6227}">
      <dgm:prSet/>
      <dgm:spPr/>
      <dgm:t>
        <a:bodyPr/>
        <a:lstStyle/>
        <a:p>
          <a:r>
            <a:rPr lang="en-US" dirty="0"/>
            <a:t>Comprehensive Reports</a:t>
          </a:r>
        </a:p>
      </dgm:t>
    </dgm:pt>
    <dgm:pt modelId="{E4361CD6-B979-43DC-BF23-BA27895CD5AB}" type="parTrans" cxnId="{4084706A-8436-48AE-A2A8-7A3B5EB1F7D5}">
      <dgm:prSet/>
      <dgm:spPr/>
      <dgm:t>
        <a:bodyPr/>
        <a:lstStyle/>
        <a:p>
          <a:endParaRPr lang="en-US"/>
        </a:p>
      </dgm:t>
    </dgm:pt>
    <dgm:pt modelId="{2D4495BD-38FE-4ADD-88A6-81ADB3568E26}" type="sibTrans" cxnId="{4084706A-8436-48AE-A2A8-7A3B5EB1F7D5}">
      <dgm:prSet/>
      <dgm:spPr/>
      <dgm:t>
        <a:bodyPr/>
        <a:lstStyle/>
        <a:p>
          <a:endParaRPr lang="en-US"/>
        </a:p>
      </dgm:t>
    </dgm:pt>
    <dgm:pt modelId="{5627CCD3-5CE9-4CFD-92C9-F21C7AF31AF2}">
      <dgm:prSet/>
      <dgm:spPr/>
      <dgm:t>
        <a:bodyPr/>
        <a:lstStyle/>
        <a:p>
          <a:r>
            <a:rPr lang="en-US" dirty="0"/>
            <a:t>Cross-Browser Support</a:t>
          </a:r>
        </a:p>
      </dgm:t>
    </dgm:pt>
    <dgm:pt modelId="{0295A3DD-E683-4D87-A004-316673AB22FB}" type="parTrans" cxnId="{DB5D3875-ED3B-4010-80C0-0E5CBBAB61EC}">
      <dgm:prSet/>
      <dgm:spPr/>
      <dgm:t>
        <a:bodyPr/>
        <a:lstStyle/>
        <a:p>
          <a:endParaRPr lang="en-US"/>
        </a:p>
      </dgm:t>
    </dgm:pt>
    <dgm:pt modelId="{D9F88FA7-2182-4632-B224-85355326A562}" type="sibTrans" cxnId="{DB5D3875-ED3B-4010-80C0-0E5CBBAB61EC}">
      <dgm:prSet/>
      <dgm:spPr/>
      <dgm:t>
        <a:bodyPr/>
        <a:lstStyle/>
        <a:p>
          <a:endParaRPr lang="en-US"/>
        </a:p>
      </dgm:t>
    </dgm:pt>
    <dgm:pt modelId="{7CF3EFFA-723C-43E5-9412-7EB974F125C7}" type="pres">
      <dgm:prSet presAssocID="{B64DD964-79B4-4C59-8314-86395A5B99BC}" presName="outerComposite" presStyleCnt="0">
        <dgm:presLayoutVars>
          <dgm:chMax val="5"/>
          <dgm:dir/>
          <dgm:resizeHandles val="exact"/>
        </dgm:presLayoutVars>
      </dgm:prSet>
      <dgm:spPr/>
    </dgm:pt>
    <dgm:pt modelId="{93B90DD1-28CE-4544-9D85-26FD32C618A6}" type="pres">
      <dgm:prSet presAssocID="{B64DD964-79B4-4C59-8314-86395A5B99BC}" presName="dummyMaxCanvas" presStyleCnt="0">
        <dgm:presLayoutVars/>
      </dgm:prSet>
      <dgm:spPr/>
    </dgm:pt>
    <dgm:pt modelId="{6DEF4D25-D038-4511-B335-EADF7D62895E}" type="pres">
      <dgm:prSet presAssocID="{B64DD964-79B4-4C59-8314-86395A5B99BC}" presName="FourNodes_1" presStyleLbl="node1" presStyleIdx="0" presStyleCnt="4">
        <dgm:presLayoutVars>
          <dgm:bulletEnabled val="1"/>
        </dgm:presLayoutVars>
      </dgm:prSet>
      <dgm:spPr/>
    </dgm:pt>
    <dgm:pt modelId="{7628BA36-C051-4575-9CBE-089DA545B9A3}" type="pres">
      <dgm:prSet presAssocID="{B64DD964-79B4-4C59-8314-86395A5B99BC}" presName="FourNodes_2" presStyleLbl="node1" presStyleIdx="1" presStyleCnt="4">
        <dgm:presLayoutVars>
          <dgm:bulletEnabled val="1"/>
        </dgm:presLayoutVars>
      </dgm:prSet>
      <dgm:spPr/>
    </dgm:pt>
    <dgm:pt modelId="{D1EA4CB0-15C9-45B1-A567-5DD77DD9EF4A}" type="pres">
      <dgm:prSet presAssocID="{B64DD964-79B4-4C59-8314-86395A5B99BC}" presName="FourNodes_3" presStyleLbl="node1" presStyleIdx="2" presStyleCnt="4">
        <dgm:presLayoutVars>
          <dgm:bulletEnabled val="1"/>
        </dgm:presLayoutVars>
      </dgm:prSet>
      <dgm:spPr/>
    </dgm:pt>
    <dgm:pt modelId="{0663D024-B22B-450F-B8BD-491CDD2C75E6}" type="pres">
      <dgm:prSet presAssocID="{B64DD964-79B4-4C59-8314-86395A5B99BC}" presName="FourNodes_4" presStyleLbl="node1" presStyleIdx="3" presStyleCnt="4">
        <dgm:presLayoutVars>
          <dgm:bulletEnabled val="1"/>
        </dgm:presLayoutVars>
      </dgm:prSet>
      <dgm:spPr/>
    </dgm:pt>
    <dgm:pt modelId="{5EE4FF2F-13FC-45B0-817E-B270EDADCF49}" type="pres">
      <dgm:prSet presAssocID="{B64DD964-79B4-4C59-8314-86395A5B99BC}" presName="FourConn_1-2" presStyleLbl="fgAccFollowNode1" presStyleIdx="0" presStyleCnt="3">
        <dgm:presLayoutVars>
          <dgm:bulletEnabled val="1"/>
        </dgm:presLayoutVars>
      </dgm:prSet>
      <dgm:spPr/>
    </dgm:pt>
    <dgm:pt modelId="{EA03107F-08F5-4753-8B0C-52652AFB51B1}" type="pres">
      <dgm:prSet presAssocID="{B64DD964-79B4-4C59-8314-86395A5B99BC}" presName="FourConn_2-3" presStyleLbl="fgAccFollowNode1" presStyleIdx="1" presStyleCnt="3">
        <dgm:presLayoutVars>
          <dgm:bulletEnabled val="1"/>
        </dgm:presLayoutVars>
      </dgm:prSet>
      <dgm:spPr/>
    </dgm:pt>
    <dgm:pt modelId="{444327CA-F85B-4DFF-B5B1-CB38F178F7A8}" type="pres">
      <dgm:prSet presAssocID="{B64DD964-79B4-4C59-8314-86395A5B99BC}" presName="FourConn_3-4" presStyleLbl="fgAccFollowNode1" presStyleIdx="2" presStyleCnt="3">
        <dgm:presLayoutVars>
          <dgm:bulletEnabled val="1"/>
        </dgm:presLayoutVars>
      </dgm:prSet>
      <dgm:spPr/>
    </dgm:pt>
    <dgm:pt modelId="{534A3783-6F62-4EE3-8C92-BB90CFB6FA39}" type="pres">
      <dgm:prSet presAssocID="{B64DD964-79B4-4C59-8314-86395A5B99BC}" presName="FourNodes_1_text" presStyleLbl="node1" presStyleIdx="3" presStyleCnt="4">
        <dgm:presLayoutVars>
          <dgm:bulletEnabled val="1"/>
        </dgm:presLayoutVars>
      </dgm:prSet>
      <dgm:spPr/>
    </dgm:pt>
    <dgm:pt modelId="{208E25AE-D9FA-40B7-8411-C90B359E7684}" type="pres">
      <dgm:prSet presAssocID="{B64DD964-79B4-4C59-8314-86395A5B99BC}" presName="FourNodes_2_text" presStyleLbl="node1" presStyleIdx="3" presStyleCnt="4">
        <dgm:presLayoutVars>
          <dgm:bulletEnabled val="1"/>
        </dgm:presLayoutVars>
      </dgm:prSet>
      <dgm:spPr/>
    </dgm:pt>
    <dgm:pt modelId="{F99C80B0-8C00-4632-9841-E3ED4EE25702}" type="pres">
      <dgm:prSet presAssocID="{B64DD964-79B4-4C59-8314-86395A5B99BC}" presName="FourNodes_3_text" presStyleLbl="node1" presStyleIdx="3" presStyleCnt="4">
        <dgm:presLayoutVars>
          <dgm:bulletEnabled val="1"/>
        </dgm:presLayoutVars>
      </dgm:prSet>
      <dgm:spPr/>
    </dgm:pt>
    <dgm:pt modelId="{DBA89DEF-3778-4385-A15C-0F1BDB6E6C16}" type="pres">
      <dgm:prSet presAssocID="{B64DD964-79B4-4C59-8314-86395A5B99BC}" presName="FourNodes_4_text" presStyleLbl="node1" presStyleIdx="3" presStyleCnt="4">
        <dgm:presLayoutVars>
          <dgm:bulletEnabled val="1"/>
        </dgm:presLayoutVars>
      </dgm:prSet>
      <dgm:spPr/>
    </dgm:pt>
  </dgm:ptLst>
  <dgm:cxnLst>
    <dgm:cxn modelId="{8E836000-C95C-493C-8805-90415460FCE0}" type="presOf" srcId="{D9F88FA7-2182-4632-B224-85355326A562}" destId="{444327CA-F85B-4DFF-B5B1-CB38F178F7A8}" srcOrd="0" destOrd="0" presId="urn:microsoft.com/office/officeart/2005/8/layout/vProcess5"/>
    <dgm:cxn modelId="{B825F70D-F053-447E-A265-7756333B65B2}" srcId="{B64DD964-79B4-4C59-8314-86395A5B99BC}" destId="{892053E3-7B0A-4EC5-AD68-5027EB8A46CA}" srcOrd="3" destOrd="0" parTransId="{DFDCBC5A-98AC-4AE0-9E31-A4BEAE6E763B}" sibTransId="{0A029E4E-AC0E-4A37-8AC6-91BFA6F19B11}"/>
    <dgm:cxn modelId="{1E7B8726-60DA-4FEF-8F41-F6D5A99430A9}" type="presOf" srcId="{892053E3-7B0A-4EC5-AD68-5027EB8A46CA}" destId="{0663D024-B22B-450F-B8BD-491CDD2C75E6}" srcOrd="0" destOrd="0" presId="urn:microsoft.com/office/officeart/2005/8/layout/vProcess5"/>
    <dgm:cxn modelId="{9AF36762-DCFE-4805-90EC-B6BE310B3136}" type="presOf" srcId="{5627CCD3-5CE9-4CFD-92C9-F21C7AF31AF2}" destId="{F99C80B0-8C00-4632-9841-E3ED4EE25702}" srcOrd="1" destOrd="0" presId="urn:microsoft.com/office/officeart/2005/8/layout/vProcess5"/>
    <dgm:cxn modelId="{C07A6369-B6C2-42A0-9938-2144AE86326C}" type="presOf" srcId="{5627CCD3-5CE9-4CFD-92C9-F21C7AF31AF2}" destId="{D1EA4CB0-15C9-45B1-A567-5DD77DD9EF4A}" srcOrd="0" destOrd="0" presId="urn:microsoft.com/office/officeart/2005/8/layout/vProcess5"/>
    <dgm:cxn modelId="{4084706A-8436-48AE-A2A8-7A3B5EB1F7D5}" srcId="{B64DD964-79B4-4C59-8314-86395A5B99BC}" destId="{F8BCD47E-BA49-4338-BAAC-E86A409B6227}" srcOrd="1" destOrd="0" parTransId="{E4361CD6-B979-43DC-BF23-BA27895CD5AB}" sibTransId="{2D4495BD-38FE-4ADD-88A6-81ADB3568E26}"/>
    <dgm:cxn modelId="{DB5D3875-ED3B-4010-80C0-0E5CBBAB61EC}" srcId="{B64DD964-79B4-4C59-8314-86395A5B99BC}" destId="{5627CCD3-5CE9-4CFD-92C9-F21C7AF31AF2}" srcOrd="2" destOrd="0" parTransId="{0295A3DD-E683-4D87-A004-316673AB22FB}" sibTransId="{D9F88FA7-2182-4632-B224-85355326A562}"/>
    <dgm:cxn modelId="{CA423C57-CA48-4F0E-B8C0-4FF2553E4358}" type="presOf" srcId="{315069EA-4439-49FB-A352-360EE537EAEE}" destId="{6DEF4D25-D038-4511-B335-EADF7D62895E}" srcOrd="0" destOrd="0" presId="urn:microsoft.com/office/officeart/2005/8/layout/vProcess5"/>
    <dgm:cxn modelId="{09A4D157-51AC-496F-B82F-DA182540BA39}" type="presOf" srcId="{F8BCD47E-BA49-4338-BAAC-E86A409B6227}" destId="{7628BA36-C051-4575-9CBE-089DA545B9A3}" srcOrd="0" destOrd="0" presId="urn:microsoft.com/office/officeart/2005/8/layout/vProcess5"/>
    <dgm:cxn modelId="{4719638F-1041-4B2E-9EFD-9B02AA805B35}" type="presOf" srcId="{892053E3-7B0A-4EC5-AD68-5027EB8A46CA}" destId="{DBA89DEF-3778-4385-A15C-0F1BDB6E6C16}" srcOrd="1" destOrd="0" presId="urn:microsoft.com/office/officeart/2005/8/layout/vProcess5"/>
    <dgm:cxn modelId="{7C7AFDAC-8732-4FD0-8E66-60428B5C3017}" type="presOf" srcId="{ED55BC5D-384E-463E-9593-70426CD0FA45}" destId="{5EE4FF2F-13FC-45B0-817E-B270EDADCF49}" srcOrd="0" destOrd="0" presId="urn:microsoft.com/office/officeart/2005/8/layout/vProcess5"/>
    <dgm:cxn modelId="{17386FAD-617C-4652-921D-5BC6DA9BDA44}" type="presOf" srcId="{F8BCD47E-BA49-4338-BAAC-E86A409B6227}" destId="{208E25AE-D9FA-40B7-8411-C90B359E7684}" srcOrd="1" destOrd="0" presId="urn:microsoft.com/office/officeart/2005/8/layout/vProcess5"/>
    <dgm:cxn modelId="{CC0910BF-7BC5-40C0-8A12-55809FFF32BB}" type="presOf" srcId="{B64DD964-79B4-4C59-8314-86395A5B99BC}" destId="{7CF3EFFA-723C-43E5-9412-7EB974F125C7}" srcOrd="0" destOrd="0" presId="urn:microsoft.com/office/officeart/2005/8/layout/vProcess5"/>
    <dgm:cxn modelId="{AB71C6D6-794A-4AE8-B22D-2E284149BEA2}" type="presOf" srcId="{315069EA-4439-49FB-A352-360EE537EAEE}" destId="{534A3783-6F62-4EE3-8C92-BB90CFB6FA39}" srcOrd="1" destOrd="0" presId="urn:microsoft.com/office/officeart/2005/8/layout/vProcess5"/>
    <dgm:cxn modelId="{9AA0D8D9-4044-4B4C-A7C4-DA1AD45AB619}" type="presOf" srcId="{2D4495BD-38FE-4ADD-88A6-81ADB3568E26}" destId="{EA03107F-08F5-4753-8B0C-52652AFB51B1}" srcOrd="0" destOrd="0" presId="urn:microsoft.com/office/officeart/2005/8/layout/vProcess5"/>
    <dgm:cxn modelId="{B67A80E1-C818-4B64-A301-931176BFDCCD}" srcId="{B64DD964-79B4-4C59-8314-86395A5B99BC}" destId="{315069EA-4439-49FB-A352-360EE537EAEE}" srcOrd="0" destOrd="0" parTransId="{37B32895-546E-44EC-A306-91260E5A52F9}" sibTransId="{ED55BC5D-384E-463E-9593-70426CD0FA45}"/>
    <dgm:cxn modelId="{5C4F1C45-D140-4D8A-87F3-C66F32E0D850}" type="presParOf" srcId="{7CF3EFFA-723C-43E5-9412-7EB974F125C7}" destId="{93B90DD1-28CE-4544-9D85-26FD32C618A6}" srcOrd="0" destOrd="0" presId="urn:microsoft.com/office/officeart/2005/8/layout/vProcess5"/>
    <dgm:cxn modelId="{B5BBC9B7-4F97-4239-93C0-5B27C05D4767}" type="presParOf" srcId="{7CF3EFFA-723C-43E5-9412-7EB974F125C7}" destId="{6DEF4D25-D038-4511-B335-EADF7D62895E}" srcOrd="1" destOrd="0" presId="urn:microsoft.com/office/officeart/2005/8/layout/vProcess5"/>
    <dgm:cxn modelId="{9A3C3B8E-A37A-4F7E-9FC5-5C115C61631A}" type="presParOf" srcId="{7CF3EFFA-723C-43E5-9412-7EB974F125C7}" destId="{7628BA36-C051-4575-9CBE-089DA545B9A3}" srcOrd="2" destOrd="0" presId="urn:microsoft.com/office/officeart/2005/8/layout/vProcess5"/>
    <dgm:cxn modelId="{B323817D-3DB7-4A11-B7A1-D196BD0A5FD3}" type="presParOf" srcId="{7CF3EFFA-723C-43E5-9412-7EB974F125C7}" destId="{D1EA4CB0-15C9-45B1-A567-5DD77DD9EF4A}" srcOrd="3" destOrd="0" presId="urn:microsoft.com/office/officeart/2005/8/layout/vProcess5"/>
    <dgm:cxn modelId="{A8F4F8A3-F815-4215-BDD3-CB2CAFD756D4}" type="presParOf" srcId="{7CF3EFFA-723C-43E5-9412-7EB974F125C7}" destId="{0663D024-B22B-450F-B8BD-491CDD2C75E6}" srcOrd="4" destOrd="0" presId="urn:microsoft.com/office/officeart/2005/8/layout/vProcess5"/>
    <dgm:cxn modelId="{3C18AFA1-C309-4EDE-B247-E4CDFA292584}" type="presParOf" srcId="{7CF3EFFA-723C-43E5-9412-7EB974F125C7}" destId="{5EE4FF2F-13FC-45B0-817E-B270EDADCF49}" srcOrd="5" destOrd="0" presId="urn:microsoft.com/office/officeart/2005/8/layout/vProcess5"/>
    <dgm:cxn modelId="{B0C06E78-C131-41AF-B06B-E2F61DF79BE2}" type="presParOf" srcId="{7CF3EFFA-723C-43E5-9412-7EB974F125C7}" destId="{EA03107F-08F5-4753-8B0C-52652AFB51B1}" srcOrd="6" destOrd="0" presId="urn:microsoft.com/office/officeart/2005/8/layout/vProcess5"/>
    <dgm:cxn modelId="{C9B476DD-44D0-4115-8D7C-1CC69B18664B}" type="presParOf" srcId="{7CF3EFFA-723C-43E5-9412-7EB974F125C7}" destId="{444327CA-F85B-4DFF-B5B1-CB38F178F7A8}" srcOrd="7" destOrd="0" presId="urn:microsoft.com/office/officeart/2005/8/layout/vProcess5"/>
    <dgm:cxn modelId="{9C7F48A2-35DD-41FA-AF94-408FAAAFC3AC}" type="presParOf" srcId="{7CF3EFFA-723C-43E5-9412-7EB974F125C7}" destId="{534A3783-6F62-4EE3-8C92-BB90CFB6FA39}" srcOrd="8" destOrd="0" presId="urn:microsoft.com/office/officeart/2005/8/layout/vProcess5"/>
    <dgm:cxn modelId="{F9CFC7E1-CB17-4EAD-9D01-DE18598A6FB8}" type="presParOf" srcId="{7CF3EFFA-723C-43E5-9412-7EB974F125C7}" destId="{208E25AE-D9FA-40B7-8411-C90B359E7684}" srcOrd="9" destOrd="0" presId="urn:microsoft.com/office/officeart/2005/8/layout/vProcess5"/>
    <dgm:cxn modelId="{28C717DE-18A0-483C-B192-679BA683EDA6}" type="presParOf" srcId="{7CF3EFFA-723C-43E5-9412-7EB974F125C7}" destId="{F99C80B0-8C00-4632-9841-E3ED4EE25702}" srcOrd="10" destOrd="0" presId="urn:microsoft.com/office/officeart/2005/8/layout/vProcess5"/>
    <dgm:cxn modelId="{9DE8784B-86CE-4B73-92DA-79BEC1D34E2C}" type="presParOf" srcId="{7CF3EFFA-723C-43E5-9412-7EB974F125C7}" destId="{DBA89DEF-3778-4385-A15C-0F1BDB6E6C16}" srcOrd="11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35D3196E-9F93-4B07-B031-67F0189E5927}" type="doc">
      <dgm:prSet loTypeId="urn:microsoft.com/office/officeart/2008/layout/VerticalAccentList" loCatId="list" qsTypeId="urn:microsoft.com/office/officeart/2009/2/quickstyle/3d8" qsCatId="3D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5A865A0A-B585-49EB-9C18-E2B385AF2458}">
      <dgm:prSet phldrT="[Text]" phldr="1"/>
      <dgm:spPr/>
      <dgm:t>
        <a:bodyPr/>
        <a:lstStyle/>
        <a:p>
          <a:endParaRPr lang="en-US"/>
        </a:p>
      </dgm:t>
    </dgm:pt>
    <dgm:pt modelId="{629F03D1-073A-4195-88FF-BFABE8F1F5D8}" type="parTrans" cxnId="{06720E2C-C9D6-46BE-A9E9-AEC943CCE8FC}">
      <dgm:prSet/>
      <dgm:spPr/>
      <dgm:t>
        <a:bodyPr/>
        <a:lstStyle/>
        <a:p>
          <a:endParaRPr lang="en-US"/>
        </a:p>
      </dgm:t>
    </dgm:pt>
    <dgm:pt modelId="{65A0EB85-943A-432E-BB8D-536CEEB7B035}" type="sibTrans" cxnId="{06720E2C-C9D6-46BE-A9E9-AEC943CCE8FC}">
      <dgm:prSet/>
      <dgm:spPr/>
      <dgm:t>
        <a:bodyPr/>
        <a:lstStyle/>
        <a:p>
          <a:endParaRPr lang="en-US"/>
        </a:p>
      </dgm:t>
    </dgm:pt>
    <dgm:pt modelId="{BCDD2B6A-1D53-407E-8921-DB9EFB83368B}">
      <dgm:prSet phldrT="[Text]"/>
      <dgm:spPr/>
      <dgm:t>
        <a:bodyPr/>
        <a:lstStyle/>
        <a:p>
          <a:r>
            <a:rPr lang="en-US" dirty="0"/>
            <a:t>Phishing Detection Extension is a promising solution</a:t>
          </a:r>
        </a:p>
      </dgm:t>
    </dgm:pt>
    <dgm:pt modelId="{AD1A818D-5963-4D46-80C4-D7FDAA2DC9CD}" type="parTrans" cxnId="{ECEF3C1B-5D5A-4552-8877-2F1A9868FFD5}">
      <dgm:prSet/>
      <dgm:spPr/>
      <dgm:t>
        <a:bodyPr/>
        <a:lstStyle/>
        <a:p>
          <a:endParaRPr lang="en-US"/>
        </a:p>
      </dgm:t>
    </dgm:pt>
    <dgm:pt modelId="{668AC267-1436-441D-9D80-A653A13CF33A}" type="sibTrans" cxnId="{ECEF3C1B-5D5A-4552-8877-2F1A9868FFD5}">
      <dgm:prSet/>
      <dgm:spPr/>
      <dgm:t>
        <a:bodyPr/>
        <a:lstStyle/>
        <a:p>
          <a:endParaRPr lang="en-US"/>
        </a:p>
      </dgm:t>
    </dgm:pt>
    <dgm:pt modelId="{BC32814B-2F30-4F0A-A5C5-E3A28808476B}">
      <dgm:prSet phldrT="[Text]" phldr="1"/>
      <dgm:spPr/>
      <dgm:t>
        <a:bodyPr/>
        <a:lstStyle/>
        <a:p>
          <a:endParaRPr lang="en-US"/>
        </a:p>
      </dgm:t>
    </dgm:pt>
    <dgm:pt modelId="{ED81FDFA-70AE-42CA-852D-7E0515F4B065}" type="parTrans" cxnId="{3B536F40-C6ED-4E6C-89DE-BED6D40018BB}">
      <dgm:prSet/>
      <dgm:spPr/>
      <dgm:t>
        <a:bodyPr/>
        <a:lstStyle/>
        <a:p>
          <a:endParaRPr lang="en-US"/>
        </a:p>
      </dgm:t>
    </dgm:pt>
    <dgm:pt modelId="{E60033CF-C589-44C9-B937-D06F280D787B}" type="sibTrans" cxnId="{3B536F40-C6ED-4E6C-89DE-BED6D40018BB}">
      <dgm:prSet/>
      <dgm:spPr/>
      <dgm:t>
        <a:bodyPr/>
        <a:lstStyle/>
        <a:p>
          <a:endParaRPr lang="en-US"/>
        </a:p>
      </dgm:t>
    </dgm:pt>
    <dgm:pt modelId="{0AA015EA-529B-4F0B-AC9F-9E8065174428}">
      <dgm:prSet phldrT="[Text]"/>
      <dgm:spPr/>
      <dgm:t>
        <a:bodyPr/>
        <a:lstStyle/>
        <a:p>
          <a:r>
            <a:rPr lang="en-US" dirty="0"/>
            <a:t>With areas to refine and expand. </a:t>
          </a:r>
        </a:p>
      </dgm:t>
    </dgm:pt>
    <dgm:pt modelId="{53F94C1E-17B1-4706-B027-16BC634F13E5}" type="parTrans" cxnId="{89C83791-E2DB-4F7D-838C-BFF2F14F74CB}">
      <dgm:prSet/>
      <dgm:spPr/>
      <dgm:t>
        <a:bodyPr/>
        <a:lstStyle/>
        <a:p>
          <a:endParaRPr lang="en-US"/>
        </a:p>
      </dgm:t>
    </dgm:pt>
    <dgm:pt modelId="{28726836-D4AC-486F-BFAD-5631B7C8DF8C}" type="sibTrans" cxnId="{89C83791-E2DB-4F7D-838C-BFF2F14F74CB}">
      <dgm:prSet/>
      <dgm:spPr/>
      <dgm:t>
        <a:bodyPr/>
        <a:lstStyle/>
        <a:p>
          <a:endParaRPr lang="en-US"/>
        </a:p>
      </dgm:t>
    </dgm:pt>
    <dgm:pt modelId="{95954A3A-47F9-4565-A95C-204EC434E4BA}">
      <dgm:prSet phldrT="[Text]" phldr="1"/>
      <dgm:spPr/>
      <dgm:t>
        <a:bodyPr/>
        <a:lstStyle/>
        <a:p>
          <a:endParaRPr lang="en-US"/>
        </a:p>
      </dgm:t>
    </dgm:pt>
    <dgm:pt modelId="{9587B82A-A9EC-4ECC-9DA5-4DD1719514D8}" type="parTrans" cxnId="{E4DFFE21-5117-42DF-A83D-CF4DEB12DCAB}">
      <dgm:prSet/>
      <dgm:spPr/>
      <dgm:t>
        <a:bodyPr/>
        <a:lstStyle/>
        <a:p>
          <a:endParaRPr lang="en-US"/>
        </a:p>
      </dgm:t>
    </dgm:pt>
    <dgm:pt modelId="{8BA35505-C9F0-4496-9BC0-9D54DB35A858}" type="sibTrans" cxnId="{E4DFFE21-5117-42DF-A83D-CF4DEB12DCAB}">
      <dgm:prSet/>
      <dgm:spPr/>
      <dgm:t>
        <a:bodyPr/>
        <a:lstStyle/>
        <a:p>
          <a:endParaRPr lang="en-US"/>
        </a:p>
      </dgm:t>
    </dgm:pt>
    <dgm:pt modelId="{14E058A9-EA03-4A43-9886-634EF1A0C2F6}">
      <dgm:prSet phldrT="[Text]"/>
      <dgm:spPr/>
      <dgm:t>
        <a:bodyPr/>
        <a:lstStyle/>
        <a:p>
          <a:r>
            <a:rPr lang="en-US" dirty="0"/>
            <a:t>Addressing Shortcomings &amp;</a:t>
          </a:r>
        </a:p>
        <a:p>
          <a:r>
            <a:rPr lang="en-US" dirty="0"/>
            <a:t>Implementing missing features</a:t>
          </a:r>
        </a:p>
      </dgm:t>
    </dgm:pt>
    <dgm:pt modelId="{0D1299F2-0992-422B-BECC-E6FC0F436825}" type="parTrans" cxnId="{75610260-2A07-4389-877B-F50B8EDBE420}">
      <dgm:prSet/>
      <dgm:spPr/>
      <dgm:t>
        <a:bodyPr/>
        <a:lstStyle/>
        <a:p>
          <a:endParaRPr lang="en-US"/>
        </a:p>
      </dgm:t>
    </dgm:pt>
    <dgm:pt modelId="{42733D8E-09D1-46A6-93C4-388CA4A3EF5D}" type="sibTrans" cxnId="{75610260-2A07-4389-877B-F50B8EDBE420}">
      <dgm:prSet/>
      <dgm:spPr/>
      <dgm:t>
        <a:bodyPr/>
        <a:lstStyle/>
        <a:p>
          <a:endParaRPr lang="en-US"/>
        </a:p>
      </dgm:t>
    </dgm:pt>
    <dgm:pt modelId="{78B687C4-A700-4315-8E21-042B37DC69F3}" type="pres">
      <dgm:prSet presAssocID="{35D3196E-9F93-4B07-B031-67F0189E5927}" presName="Name0" presStyleCnt="0">
        <dgm:presLayoutVars>
          <dgm:chMax/>
          <dgm:chPref/>
          <dgm:dir/>
        </dgm:presLayoutVars>
      </dgm:prSet>
      <dgm:spPr/>
    </dgm:pt>
    <dgm:pt modelId="{2C7EFD0F-D27A-4CF6-985C-E39D08AFB6B2}" type="pres">
      <dgm:prSet presAssocID="{5A865A0A-B585-49EB-9C18-E2B385AF2458}" presName="parenttextcomposite" presStyleCnt="0"/>
      <dgm:spPr/>
    </dgm:pt>
    <dgm:pt modelId="{EBE588C8-92F0-4E43-84A8-FDEF0431B423}" type="pres">
      <dgm:prSet presAssocID="{5A865A0A-B585-49EB-9C18-E2B385AF2458}" presName="parenttext" presStyleLbl="revTx" presStyleIdx="0" presStyleCnt="3">
        <dgm:presLayoutVars>
          <dgm:chMax/>
          <dgm:chPref val="2"/>
          <dgm:bulletEnabled val="1"/>
        </dgm:presLayoutVars>
      </dgm:prSet>
      <dgm:spPr/>
    </dgm:pt>
    <dgm:pt modelId="{63458C62-F105-4C08-8928-93CF159D5D4D}" type="pres">
      <dgm:prSet presAssocID="{5A865A0A-B585-49EB-9C18-E2B385AF2458}" presName="composite" presStyleCnt="0"/>
      <dgm:spPr/>
    </dgm:pt>
    <dgm:pt modelId="{027ADC8C-2006-4643-874C-E7C78746A51B}" type="pres">
      <dgm:prSet presAssocID="{5A865A0A-B585-49EB-9C18-E2B385AF2458}" presName="chevron1" presStyleLbl="alignNode1" presStyleIdx="0" presStyleCnt="21"/>
      <dgm:spPr/>
    </dgm:pt>
    <dgm:pt modelId="{BE8D2C41-B734-4234-99D6-51B246120AA1}" type="pres">
      <dgm:prSet presAssocID="{5A865A0A-B585-49EB-9C18-E2B385AF2458}" presName="chevron2" presStyleLbl="alignNode1" presStyleIdx="1" presStyleCnt="21"/>
      <dgm:spPr/>
    </dgm:pt>
    <dgm:pt modelId="{7F469AA5-FEE1-4D4A-BF38-4D1F0CC126FE}" type="pres">
      <dgm:prSet presAssocID="{5A865A0A-B585-49EB-9C18-E2B385AF2458}" presName="chevron3" presStyleLbl="alignNode1" presStyleIdx="2" presStyleCnt="21"/>
      <dgm:spPr/>
    </dgm:pt>
    <dgm:pt modelId="{27AE643E-EDB6-4E54-9772-6E2865203CC0}" type="pres">
      <dgm:prSet presAssocID="{5A865A0A-B585-49EB-9C18-E2B385AF2458}" presName="chevron4" presStyleLbl="alignNode1" presStyleIdx="3" presStyleCnt="21"/>
      <dgm:spPr/>
    </dgm:pt>
    <dgm:pt modelId="{FBC254C4-FBC6-4CCF-A458-C44404ACD08B}" type="pres">
      <dgm:prSet presAssocID="{5A865A0A-B585-49EB-9C18-E2B385AF2458}" presName="chevron5" presStyleLbl="alignNode1" presStyleIdx="4" presStyleCnt="21"/>
      <dgm:spPr/>
    </dgm:pt>
    <dgm:pt modelId="{CDBFDF4D-0587-4482-8900-92E8D83595F3}" type="pres">
      <dgm:prSet presAssocID="{5A865A0A-B585-49EB-9C18-E2B385AF2458}" presName="chevron6" presStyleLbl="alignNode1" presStyleIdx="5" presStyleCnt="21"/>
      <dgm:spPr/>
    </dgm:pt>
    <dgm:pt modelId="{7D00C836-7A23-4DA5-A3C3-AF27AE064516}" type="pres">
      <dgm:prSet presAssocID="{5A865A0A-B585-49EB-9C18-E2B385AF2458}" presName="chevron7" presStyleLbl="alignNode1" presStyleIdx="6" presStyleCnt="21"/>
      <dgm:spPr/>
    </dgm:pt>
    <dgm:pt modelId="{8CBFF1FA-2087-4027-89D5-BC6C3BDBAF5C}" type="pres">
      <dgm:prSet presAssocID="{5A865A0A-B585-49EB-9C18-E2B385AF2458}" presName="childtext" presStyleLbl="solidFgAcc1" presStyleIdx="0" presStyleCnt="3">
        <dgm:presLayoutVars>
          <dgm:chMax/>
          <dgm:chPref val="0"/>
          <dgm:bulletEnabled val="1"/>
        </dgm:presLayoutVars>
      </dgm:prSet>
      <dgm:spPr/>
    </dgm:pt>
    <dgm:pt modelId="{D3CC00D3-401C-4253-8AD2-DBD0D922B8E8}" type="pres">
      <dgm:prSet presAssocID="{65A0EB85-943A-432E-BB8D-536CEEB7B035}" presName="sibTrans" presStyleCnt="0"/>
      <dgm:spPr/>
    </dgm:pt>
    <dgm:pt modelId="{C91B9B23-1B8C-4DF5-82E0-40BD749E0A47}" type="pres">
      <dgm:prSet presAssocID="{BC32814B-2F30-4F0A-A5C5-E3A28808476B}" presName="parenttextcomposite" presStyleCnt="0"/>
      <dgm:spPr/>
    </dgm:pt>
    <dgm:pt modelId="{F2477E14-BFDD-434D-B47E-2EA463F9FDCF}" type="pres">
      <dgm:prSet presAssocID="{BC32814B-2F30-4F0A-A5C5-E3A28808476B}" presName="parenttext" presStyleLbl="revTx" presStyleIdx="1" presStyleCnt="3">
        <dgm:presLayoutVars>
          <dgm:chMax/>
          <dgm:chPref val="2"/>
          <dgm:bulletEnabled val="1"/>
        </dgm:presLayoutVars>
      </dgm:prSet>
      <dgm:spPr/>
    </dgm:pt>
    <dgm:pt modelId="{4397905A-BC23-4551-B8B4-E66CDA690E6B}" type="pres">
      <dgm:prSet presAssocID="{BC32814B-2F30-4F0A-A5C5-E3A28808476B}" presName="composite" presStyleCnt="0"/>
      <dgm:spPr/>
    </dgm:pt>
    <dgm:pt modelId="{590F8324-89A0-49F4-828E-243252E8238A}" type="pres">
      <dgm:prSet presAssocID="{BC32814B-2F30-4F0A-A5C5-E3A28808476B}" presName="chevron1" presStyleLbl="alignNode1" presStyleIdx="7" presStyleCnt="21"/>
      <dgm:spPr/>
    </dgm:pt>
    <dgm:pt modelId="{42F4D425-97C9-4776-AC9F-1C8A274329AA}" type="pres">
      <dgm:prSet presAssocID="{BC32814B-2F30-4F0A-A5C5-E3A28808476B}" presName="chevron2" presStyleLbl="alignNode1" presStyleIdx="8" presStyleCnt="21"/>
      <dgm:spPr/>
    </dgm:pt>
    <dgm:pt modelId="{42BDF723-3E82-4380-8974-761CD25DD3A4}" type="pres">
      <dgm:prSet presAssocID="{BC32814B-2F30-4F0A-A5C5-E3A28808476B}" presName="chevron3" presStyleLbl="alignNode1" presStyleIdx="9" presStyleCnt="21"/>
      <dgm:spPr/>
    </dgm:pt>
    <dgm:pt modelId="{8013C2BB-9265-472B-A6E0-E09751E75F33}" type="pres">
      <dgm:prSet presAssocID="{BC32814B-2F30-4F0A-A5C5-E3A28808476B}" presName="chevron4" presStyleLbl="alignNode1" presStyleIdx="10" presStyleCnt="21"/>
      <dgm:spPr/>
    </dgm:pt>
    <dgm:pt modelId="{27F9A9A3-C537-4070-AF0C-96905EF14077}" type="pres">
      <dgm:prSet presAssocID="{BC32814B-2F30-4F0A-A5C5-E3A28808476B}" presName="chevron5" presStyleLbl="alignNode1" presStyleIdx="11" presStyleCnt="21"/>
      <dgm:spPr/>
    </dgm:pt>
    <dgm:pt modelId="{E523900A-E9F1-4800-99B7-A9EA5AE77570}" type="pres">
      <dgm:prSet presAssocID="{BC32814B-2F30-4F0A-A5C5-E3A28808476B}" presName="chevron6" presStyleLbl="alignNode1" presStyleIdx="12" presStyleCnt="21"/>
      <dgm:spPr/>
    </dgm:pt>
    <dgm:pt modelId="{8FE21226-A8DB-472A-BA95-1E0A62354EDD}" type="pres">
      <dgm:prSet presAssocID="{BC32814B-2F30-4F0A-A5C5-E3A28808476B}" presName="chevron7" presStyleLbl="alignNode1" presStyleIdx="13" presStyleCnt="21"/>
      <dgm:spPr/>
    </dgm:pt>
    <dgm:pt modelId="{7FC4F1F1-62B8-4445-AD9C-B3D6754EBDDE}" type="pres">
      <dgm:prSet presAssocID="{BC32814B-2F30-4F0A-A5C5-E3A28808476B}" presName="childtext" presStyleLbl="solidFgAcc1" presStyleIdx="1" presStyleCnt="3" custLinFactNeighborX="-225">
        <dgm:presLayoutVars>
          <dgm:chMax/>
          <dgm:chPref val="0"/>
          <dgm:bulletEnabled val="1"/>
        </dgm:presLayoutVars>
      </dgm:prSet>
      <dgm:spPr/>
    </dgm:pt>
    <dgm:pt modelId="{6A525D58-55AC-4E69-9CCA-DB4E5CB0CDD5}" type="pres">
      <dgm:prSet presAssocID="{E60033CF-C589-44C9-B937-D06F280D787B}" presName="sibTrans" presStyleCnt="0"/>
      <dgm:spPr/>
    </dgm:pt>
    <dgm:pt modelId="{8BDC88C2-1AFF-4044-B23D-C31AA5464AEF}" type="pres">
      <dgm:prSet presAssocID="{95954A3A-47F9-4565-A95C-204EC434E4BA}" presName="parenttextcomposite" presStyleCnt="0"/>
      <dgm:spPr/>
    </dgm:pt>
    <dgm:pt modelId="{6375A6F8-AC44-4564-8B77-335E1543183E}" type="pres">
      <dgm:prSet presAssocID="{95954A3A-47F9-4565-A95C-204EC434E4BA}" presName="parenttext" presStyleLbl="revTx" presStyleIdx="2" presStyleCnt="3">
        <dgm:presLayoutVars>
          <dgm:chMax/>
          <dgm:chPref val="2"/>
          <dgm:bulletEnabled val="1"/>
        </dgm:presLayoutVars>
      </dgm:prSet>
      <dgm:spPr/>
    </dgm:pt>
    <dgm:pt modelId="{A2A76FF3-B962-4594-A06A-0D483774EDDC}" type="pres">
      <dgm:prSet presAssocID="{95954A3A-47F9-4565-A95C-204EC434E4BA}" presName="composite" presStyleCnt="0"/>
      <dgm:spPr/>
    </dgm:pt>
    <dgm:pt modelId="{D4AF1AA0-58B1-4C10-8F88-9D47137E8627}" type="pres">
      <dgm:prSet presAssocID="{95954A3A-47F9-4565-A95C-204EC434E4BA}" presName="chevron1" presStyleLbl="alignNode1" presStyleIdx="14" presStyleCnt="21"/>
      <dgm:spPr/>
    </dgm:pt>
    <dgm:pt modelId="{77D3641C-8AD4-49FB-AC36-CE9336A9EF95}" type="pres">
      <dgm:prSet presAssocID="{95954A3A-47F9-4565-A95C-204EC434E4BA}" presName="chevron2" presStyleLbl="alignNode1" presStyleIdx="15" presStyleCnt="21"/>
      <dgm:spPr/>
    </dgm:pt>
    <dgm:pt modelId="{D7039AB0-ED18-456C-A477-DE17E5101E6A}" type="pres">
      <dgm:prSet presAssocID="{95954A3A-47F9-4565-A95C-204EC434E4BA}" presName="chevron3" presStyleLbl="alignNode1" presStyleIdx="16" presStyleCnt="21"/>
      <dgm:spPr/>
    </dgm:pt>
    <dgm:pt modelId="{DE624DF7-F4E4-4507-B0A3-522860A6EEF1}" type="pres">
      <dgm:prSet presAssocID="{95954A3A-47F9-4565-A95C-204EC434E4BA}" presName="chevron4" presStyleLbl="alignNode1" presStyleIdx="17" presStyleCnt="21"/>
      <dgm:spPr/>
    </dgm:pt>
    <dgm:pt modelId="{E6355DFD-51E1-45DE-BF33-D2A8C378E2A1}" type="pres">
      <dgm:prSet presAssocID="{95954A3A-47F9-4565-A95C-204EC434E4BA}" presName="chevron5" presStyleLbl="alignNode1" presStyleIdx="18" presStyleCnt="21"/>
      <dgm:spPr/>
    </dgm:pt>
    <dgm:pt modelId="{779299B5-F966-4217-9C46-F869945D6B1F}" type="pres">
      <dgm:prSet presAssocID="{95954A3A-47F9-4565-A95C-204EC434E4BA}" presName="chevron6" presStyleLbl="alignNode1" presStyleIdx="19" presStyleCnt="21"/>
      <dgm:spPr/>
    </dgm:pt>
    <dgm:pt modelId="{282AC4A2-7180-4349-A457-897C30AB6D4E}" type="pres">
      <dgm:prSet presAssocID="{95954A3A-47F9-4565-A95C-204EC434E4BA}" presName="chevron7" presStyleLbl="alignNode1" presStyleIdx="20" presStyleCnt="21"/>
      <dgm:spPr/>
    </dgm:pt>
    <dgm:pt modelId="{5EA7002C-877F-4689-8943-DFDE16A5B65B}" type="pres">
      <dgm:prSet presAssocID="{95954A3A-47F9-4565-A95C-204EC434E4BA}" presName="childtext" presStyleLbl="solidFgAcc1" presStyleIdx="2" presStyleCnt="3">
        <dgm:presLayoutVars>
          <dgm:chMax/>
          <dgm:chPref val="0"/>
          <dgm:bulletEnabled val="1"/>
        </dgm:presLayoutVars>
      </dgm:prSet>
      <dgm:spPr/>
    </dgm:pt>
  </dgm:ptLst>
  <dgm:cxnLst>
    <dgm:cxn modelId="{9242C914-788A-4088-997A-D21D0B4ADBE6}" type="presOf" srcId="{14E058A9-EA03-4A43-9886-634EF1A0C2F6}" destId="{5EA7002C-877F-4689-8943-DFDE16A5B65B}" srcOrd="0" destOrd="0" presId="urn:microsoft.com/office/officeart/2008/layout/VerticalAccentList"/>
    <dgm:cxn modelId="{ECEF3C1B-5D5A-4552-8877-2F1A9868FFD5}" srcId="{5A865A0A-B585-49EB-9C18-E2B385AF2458}" destId="{BCDD2B6A-1D53-407E-8921-DB9EFB83368B}" srcOrd="0" destOrd="0" parTransId="{AD1A818D-5963-4D46-80C4-D7FDAA2DC9CD}" sibTransId="{668AC267-1436-441D-9D80-A653A13CF33A}"/>
    <dgm:cxn modelId="{E4DFFE21-5117-42DF-A83D-CF4DEB12DCAB}" srcId="{35D3196E-9F93-4B07-B031-67F0189E5927}" destId="{95954A3A-47F9-4565-A95C-204EC434E4BA}" srcOrd="2" destOrd="0" parTransId="{9587B82A-A9EC-4ECC-9DA5-4DD1719514D8}" sibTransId="{8BA35505-C9F0-4496-9BC0-9D54DB35A858}"/>
    <dgm:cxn modelId="{06720E2C-C9D6-46BE-A9E9-AEC943CCE8FC}" srcId="{35D3196E-9F93-4B07-B031-67F0189E5927}" destId="{5A865A0A-B585-49EB-9C18-E2B385AF2458}" srcOrd="0" destOrd="0" parTransId="{629F03D1-073A-4195-88FF-BFABE8F1F5D8}" sibTransId="{65A0EB85-943A-432E-BB8D-536CEEB7B035}"/>
    <dgm:cxn modelId="{3B536F40-C6ED-4E6C-89DE-BED6D40018BB}" srcId="{35D3196E-9F93-4B07-B031-67F0189E5927}" destId="{BC32814B-2F30-4F0A-A5C5-E3A28808476B}" srcOrd="1" destOrd="0" parTransId="{ED81FDFA-70AE-42CA-852D-7E0515F4B065}" sibTransId="{E60033CF-C589-44C9-B937-D06F280D787B}"/>
    <dgm:cxn modelId="{75610260-2A07-4389-877B-F50B8EDBE420}" srcId="{95954A3A-47F9-4565-A95C-204EC434E4BA}" destId="{14E058A9-EA03-4A43-9886-634EF1A0C2F6}" srcOrd="0" destOrd="0" parTransId="{0D1299F2-0992-422B-BECC-E6FC0F436825}" sibTransId="{42733D8E-09D1-46A6-93C4-388CA4A3EF5D}"/>
    <dgm:cxn modelId="{4AB6BE6B-CAC7-49DF-9481-89890B112200}" type="presOf" srcId="{5A865A0A-B585-49EB-9C18-E2B385AF2458}" destId="{EBE588C8-92F0-4E43-84A8-FDEF0431B423}" srcOrd="0" destOrd="0" presId="urn:microsoft.com/office/officeart/2008/layout/VerticalAccentList"/>
    <dgm:cxn modelId="{338E314E-E96D-4786-BA45-A9C50753CEEE}" type="presOf" srcId="{35D3196E-9F93-4B07-B031-67F0189E5927}" destId="{78B687C4-A700-4315-8E21-042B37DC69F3}" srcOrd="0" destOrd="0" presId="urn:microsoft.com/office/officeart/2008/layout/VerticalAccentList"/>
    <dgm:cxn modelId="{E36EE975-6E85-4249-805B-50DF8FEDA3E3}" type="presOf" srcId="{BCDD2B6A-1D53-407E-8921-DB9EFB83368B}" destId="{8CBFF1FA-2087-4027-89D5-BC6C3BDBAF5C}" srcOrd="0" destOrd="0" presId="urn:microsoft.com/office/officeart/2008/layout/VerticalAccentList"/>
    <dgm:cxn modelId="{AAA17289-E030-4F84-9474-60AE411506A4}" type="presOf" srcId="{0AA015EA-529B-4F0B-AC9F-9E8065174428}" destId="{7FC4F1F1-62B8-4445-AD9C-B3D6754EBDDE}" srcOrd="0" destOrd="0" presId="urn:microsoft.com/office/officeart/2008/layout/VerticalAccentList"/>
    <dgm:cxn modelId="{89C83791-E2DB-4F7D-838C-BFF2F14F74CB}" srcId="{BC32814B-2F30-4F0A-A5C5-E3A28808476B}" destId="{0AA015EA-529B-4F0B-AC9F-9E8065174428}" srcOrd="0" destOrd="0" parTransId="{53F94C1E-17B1-4706-B027-16BC634F13E5}" sibTransId="{28726836-D4AC-486F-BFAD-5631B7C8DF8C}"/>
    <dgm:cxn modelId="{CC1B5AB1-3F84-4F63-BC22-3D38ABFE4C7D}" type="presOf" srcId="{BC32814B-2F30-4F0A-A5C5-E3A28808476B}" destId="{F2477E14-BFDD-434D-B47E-2EA463F9FDCF}" srcOrd="0" destOrd="0" presId="urn:microsoft.com/office/officeart/2008/layout/VerticalAccentList"/>
    <dgm:cxn modelId="{B55F33D6-6BC7-4052-87BD-19887CD23711}" type="presOf" srcId="{95954A3A-47F9-4565-A95C-204EC434E4BA}" destId="{6375A6F8-AC44-4564-8B77-335E1543183E}" srcOrd="0" destOrd="0" presId="urn:microsoft.com/office/officeart/2008/layout/VerticalAccentList"/>
    <dgm:cxn modelId="{06238BD0-6C41-488F-A02C-B09E9D63E59A}" type="presParOf" srcId="{78B687C4-A700-4315-8E21-042B37DC69F3}" destId="{2C7EFD0F-D27A-4CF6-985C-E39D08AFB6B2}" srcOrd="0" destOrd="0" presId="urn:microsoft.com/office/officeart/2008/layout/VerticalAccentList"/>
    <dgm:cxn modelId="{877D0FEA-B305-4900-AB39-F61F7E7D4E2F}" type="presParOf" srcId="{2C7EFD0F-D27A-4CF6-985C-E39D08AFB6B2}" destId="{EBE588C8-92F0-4E43-84A8-FDEF0431B423}" srcOrd="0" destOrd="0" presId="urn:microsoft.com/office/officeart/2008/layout/VerticalAccentList"/>
    <dgm:cxn modelId="{03F574A0-66DA-4A40-94A0-369CAA30F7AC}" type="presParOf" srcId="{78B687C4-A700-4315-8E21-042B37DC69F3}" destId="{63458C62-F105-4C08-8928-93CF159D5D4D}" srcOrd="1" destOrd="0" presId="urn:microsoft.com/office/officeart/2008/layout/VerticalAccentList"/>
    <dgm:cxn modelId="{69DDB999-55C5-46B0-B51F-91B63875C995}" type="presParOf" srcId="{63458C62-F105-4C08-8928-93CF159D5D4D}" destId="{027ADC8C-2006-4643-874C-E7C78746A51B}" srcOrd="0" destOrd="0" presId="urn:microsoft.com/office/officeart/2008/layout/VerticalAccentList"/>
    <dgm:cxn modelId="{E37EE04A-F5BE-4750-8AD4-7C1CD11B802B}" type="presParOf" srcId="{63458C62-F105-4C08-8928-93CF159D5D4D}" destId="{BE8D2C41-B734-4234-99D6-51B246120AA1}" srcOrd="1" destOrd="0" presId="urn:microsoft.com/office/officeart/2008/layout/VerticalAccentList"/>
    <dgm:cxn modelId="{2964EF0B-E19A-4008-B475-4C56E41A47DC}" type="presParOf" srcId="{63458C62-F105-4C08-8928-93CF159D5D4D}" destId="{7F469AA5-FEE1-4D4A-BF38-4D1F0CC126FE}" srcOrd="2" destOrd="0" presId="urn:microsoft.com/office/officeart/2008/layout/VerticalAccentList"/>
    <dgm:cxn modelId="{4640F57E-11DA-45B1-842E-7014BD311A66}" type="presParOf" srcId="{63458C62-F105-4C08-8928-93CF159D5D4D}" destId="{27AE643E-EDB6-4E54-9772-6E2865203CC0}" srcOrd="3" destOrd="0" presId="urn:microsoft.com/office/officeart/2008/layout/VerticalAccentList"/>
    <dgm:cxn modelId="{E52C0B7D-1242-4573-95C8-4C5C7C4E7CF0}" type="presParOf" srcId="{63458C62-F105-4C08-8928-93CF159D5D4D}" destId="{FBC254C4-FBC6-4CCF-A458-C44404ACD08B}" srcOrd="4" destOrd="0" presId="urn:microsoft.com/office/officeart/2008/layout/VerticalAccentList"/>
    <dgm:cxn modelId="{53F9AAC1-EC6C-4392-846E-C70A706A18FD}" type="presParOf" srcId="{63458C62-F105-4C08-8928-93CF159D5D4D}" destId="{CDBFDF4D-0587-4482-8900-92E8D83595F3}" srcOrd="5" destOrd="0" presId="urn:microsoft.com/office/officeart/2008/layout/VerticalAccentList"/>
    <dgm:cxn modelId="{10C760DC-558E-4008-88D2-D738051F957D}" type="presParOf" srcId="{63458C62-F105-4C08-8928-93CF159D5D4D}" destId="{7D00C836-7A23-4DA5-A3C3-AF27AE064516}" srcOrd="6" destOrd="0" presId="urn:microsoft.com/office/officeart/2008/layout/VerticalAccentList"/>
    <dgm:cxn modelId="{3F90FA68-C06E-4093-B56A-CD0A2B2C20E3}" type="presParOf" srcId="{63458C62-F105-4C08-8928-93CF159D5D4D}" destId="{8CBFF1FA-2087-4027-89D5-BC6C3BDBAF5C}" srcOrd="7" destOrd="0" presId="urn:microsoft.com/office/officeart/2008/layout/VerticalAccentList"/>
    <dgm:cxn modelId="{DDD62EBE-4253-4D1E-891F-EADD0C04D3DA}" type="presParOf" srcId="{78B687C4-A700-4315-8E21-042B37DC69F3}" destId="{D3CC00D3-401C-4253-8AD2-DBD0D922B8E8}" srcOrd="2" destOrd="0" presId="urn:microsoft.com/office/officeart/2008/layout/VerticalAccentList"/>
    <dgm:cxn modelId="{CA18E6B3-E4B5-4745-A18C-6FA6846CBBCC}" type="presParOf" srcId="{78B687C4-A700-4315-8E21-042B37DC69F3}" destId="{C91B9B23-1B8C-4DF5-82E0-40BD749E0A47}" srcOrd="3" destOrd="0" presId="urn:microsoft.com/office/officeart/2008/layout/VerticalAccentList"/>
    <dgm:cxn modelId="{E230B90D-322E-4925-953C-78C3DA8121EA}" type="presParOf" srcId="{C91B9B23-1B8C-4DF5-82E0-40BD749E0A47}" destId="{F2477E14-BFDD-434D-B47E-2EA463F9FDCF}" srcOrd="0" destOrd="0" presId="urn:microsoft.com/office/officeart/2008/layout/VerticalAccentList"/>
    <dgm:cxn modelId="{F7937E0F-3E6B-4AFC-A6BC-C521A75AB55C}" type="presParOf" srcId="{78B687C4-A700-4315-8E21-042B37DC69F3}" destId="{4397905A-BC23-4551-B8B4-E66CDA690E6B}" srcOrd="4" destOrd="0" presId="urn:microsoft.com/office/officeart/2008/layout/VerticalAccentList"/>
    <dgm:cxn modelId="{5B54C460-F7CC-44CC-B6AE-88D7D7681D7B}" type="presParOf" srcId="{4397905A-BC23-4551-B8B4-E66CDA690E6B}" destId="{590F8324-89A0-49F4-828E-243252E8238A}" srcOrd="0" destOrd="0" presId="urn:microsoft.com/office/officeart/2008/layout/VerticalAccentList"/>
    <dgm:cxn modelId="{9F284696-77A5-4E46-ACC5-492BF0EFACCA}" type="presParOf" srcId="{4397905A-BC23-4551-B8B4-E66CDA690E6B}" destId="{42F4D425-97C9-4776-AC9F-1C8A274329AA}" srcOrd="1" destOrd="0" presId="urn:microsoft.com/office/officeart/2008/layout/VerticalAccentList"/>
    <dgm:cxn modelId="{80563FC1-D0A1-416D-8980-5215849D9571}" type="presParOf" srcId="{4397905A-BC23-4551-B8B4-E66CDA690E6B}" destId="{42BDF723-3E82-4380-8974-761CD25DD3A4}" srcOrd="2" destOrd="0" presId="urn:microsoft.com/office/officeart/2008/layout/VerticalAccentList"/>
    <dgm:cxn modelId="{B2EA4966-C057-4CBF-8F5F-2A505E930A3B}" type="presParOf" srcId="{4397905A-BC23-4551-B8B4-E66CDA690E6B}" destId="{8013C2BB-9265-472B-A6E0-E09751E75F33}" srcOrd="3" destOrd="0" presId="urn:microsoft.com/office/officeart/2008/layout/VerticalAccentList"/>
    <dgm:cxn modelId="{945B1DD7-4A1C-4095-8287-19789BE38665}" type="presParOf" srcId="{4397905A-BC23-4551-B8B4-E66CDA690E6B}" destId="{27F9A9A3-C537-4070-AF0C-96905EF14077}" srcOrd="4" destOrd="0" presId="urn:microsoft.com/office/officeart/2008/layout/VerticalAccentList"/>
    <dgm:cxn modelId="{1CDDC74C-C6F8-46B4-A093-B25F6022247A}" type="presParOf" srcId="{4397905A-BC23-4551-B8B4-E66CDA690E6B}" destId="{E523900A-E9F1-4800-99B7-A9EA5AE77570}" srcOrd="5" destOrd="0" presId="urn:microsoft.com/office/officeart/2008/layout/VerticalAccentList"/>
    <dgm:cxn modelId="{8568FDCE-3807-4217-85A2-362F97BFF5B9}" type="presParOf" srcId="{4397905A-BC23-4551-B8B4-E66CDA690E6B}" destId="{8FE21226-A8DB-472A-BA95-1E0A62354EDD}" srcOrd="6" destOrd="0" presId="urn:microsoft.com/office/officeart/2008/layout/VerticalAccentList"/>
    <dgm:cxn modelId="{EC8603CF-181D-47A9-BECF-E8D081EB3355}" type="presParOf" srcId="{4397905A-BC23-4551-B8B4-E66CDA690E6B}" destId="{7FC4F1F1-62B8-4445-AD9C-B3D6754EBDDE}" srcOrd="7" destOrd="0" presId="urn:microsoft.com/office/officeart/2008/layout/VerticalAccentList"/>
    <dgm:cxn modelId="{D7D02BD5-A443-43C8-AAEE-A8D1E437613D}" type="presParOf" srcId="{78B687C4-A700-4315-8E21-042B37DC69F3}" destId="{6A525D58-55AC-4E69-9CCA-DB4E5CB0CDD5}" srcOrd="5" destOrd="0" presId="urn:microsoft.com/office/officeart/2008/layout/VerticalAccentList"/>
    <dgm:cxn modelId="{A68B0DA4-2705-4142-8F1A-5777CE6A2B88}" type="presParOf" srcId="{78B687C4-A700-4315-8E21-042B37DC69F3}" destId="{8BDC88C2-1AFF-4044-B23D-C31AA5464AEF}" srcOrd="6" destOrd="0" presId="urn:microsoft.com/office/officeart/2008/layout/VerticalAccentList"/>
    <dgm:cxn modelId="{5D00F990-6E66-49BE-9AB2-810961F839E9}" type="presParOf" srcId="{8BDC88C2-1AFF-4044-B23D-C31AA5464AEF}" destId="{6375A6F8-AC44-4564-8B77-335E1543183E}" srcOrd="0" destOrd="0" presId="urn:microsoft.com/office/officeart/2008/layout/VerticalAccentList"/>
    <dgm:cxn modelId="{479CB477-2BAB-46E5-B667-EEECB5F5A4B5}" type="presParOf" srcId="{78B687C4-A700-4315-8E21-042B37DC69F3}" destId="{A2A76FF3-B962-4594-A06A-0D483774EDDC}" srcOrd="7" destOrd="0" presId="urn:microsoft.com/office/officeart/2008/layout/VerticalAccentList"/>
    <dgm:cxn modelId="{A9EA1D2C-DCF2-4951-8D35-3215A1A7BDF1}" type="presParOf" srcId="{A2A76FF3-B962-4594-A06A-0D483774EDDC}" destId="{D4AF1AA0-58B1-4C10-8F88-9D47137E8627}" srcOrd="0" destOrd="0" presId="urn:microsoft.com/office/officeart/2008/layout/VerticalAccentList"/>
    <dgm:cxn modelId="{43476CA5-49C0-40BA-A7B4-1620D65831D3}" type="presParOf" srcId="{A2A76FF3-B962-4594-A06A-0D483774EDDC}" destId="{77D3641C-8AD4-49FB-AC36-CE9336A9EF95}" srcOrd="1" destOrd="0" presId="urn:microsoft.com/office/officeart/2008/layout/VerticalAccentList"/>
    <dgm:cxn modelId="{71AF06CC-597E-4EC5-AD29-656A5A12943C}" type="presParOf" srcId="{A2A76FF3-B962-4594-A06A-0D483774EDDC}" destId="{D7039AB0-ED18-456C-A477-DE17E5101E6A}" srcOrd="2" destOrd="0" presId="urn:microsoft.com/office/officeart/2008/layout/VerticalAccentList"/>
    <dgm:cxn modelId="{4CA828E2-C839-43B9-98D9-FFD8ED3DC4EA}" type="presParOf" srcId="{A2A76FF3-B962-4594-A06A-0D483774EDDC}" destId="{DE624DF7-F4E4-4507-B0A3-522860A6EEF1}" srcOrd="3" destOrd="0" presId="urn:microsoft.com/office/officeart/2008/layout/VerticalAccentList"/>
    <dgm:cxn modelId="{981539F6-F0C0-4856-BEA0-F769D56F823A}" type="presParOf" srcId="{A2A76FF3-B962-4594-A06A-0D483774EDDC}" destId="{E6355DFD-51E1-45DE-BF33-D2A8C378E2A1}" srcOrd="4" destOrd="0" presId="urn:microsoft.com/office/officeart/2008/layout/VerticalAccentList"/>
    <dgm:cxn modelId="{2D065668-7314-4208-80FD-063C16C9609B}" type="presParOf" srcId="{A2A76FF3-B962-4594-A06A-0D483774EDDC}" destId="{779299B5-F966-4217-9C46-F869945D6B1F}" srcOrd="5" destOrd="0" presId="urn:microsoft.com/office/officeart/2008/layout/VerticalAccentList"/>
    <dgm:cxn modelId="{8EA6691D-8CAA-4191-A0E2-7D7EF4AA8392}" type="presParOf" srcId="{A2A76FF3-B962-4594-A06A-0D483774EDDC}" destId="{282AC4A2-7180-4349-A457-897C30AB6D4E}" srcOrd="6" destOrd="0" presId="urn:microsoft.com/office/officeart/2008/layout/VerticalAccentList"/>
    <dgm:cxn modelId="{E8E8E009-FBE7-4695-B75C-BF389833B7D5}" type="presParOf" srcId="{A2A76FF3-B962-4594-A06A-0D483774EDDC}" destId="{5EA7002C-877F-4689-8943-DFDE16A5B65B}" srcOrd="7" destOrd="0" presId="urn:microsoft.com/office/officeart/2008/layout/VerticalAccentList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DEF4D25-D038-4511-B335-EADF7D62895E}">
      <dsp:nvSpPr>
        <dsp:cNvPr id="0" name=""/>
        <dsp:cNvSpPr/>
      </dsp:nvSpPr>
      <dsp:spPr>
        <a:xfrm>
          <a:off x="0" y="0"/>
          <a:ext cx="5437163" cy="941298"/>
        </a:xfrm>
        <a:prstGeom prst="roundRect">
          <a:avLst>
            <a:gd name="adj" fmla="val 10000"/>
          </a:avLst>
        </a:prstGeom>
        <a:solidFill>
          <a:schemeClr val="accent1">
            <a:shade val="5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dirty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Detection Accuracy</a:t>
          </a:r>
        </a:p>
      </dsp:txBody>
      <dsp:txXfrm>
        <a:off x="27570" y="27570"/>
        <a:ext cx="4341888" cy="886158"/>
      </dsp:txXfrm>
    </dsp:sp>
    <dsp:sp modelId="{7628BA36-C051-4575-9CBE-089DA545B9A3}">
      <dsp:nvSpPr>
        <dsp:cNvPr id="0" name=""/>
        <dsp:cNvSpPr/>
      </dsp:nvSpPr>
      <dsp:spPr>
        <a:xfrm>
          <a:off x="455362" y="1112443"/>
          <a:ext cx="5437163" cy="941298"/>
        </a:xfrm>
        <a:prstGeom prst="roundRect">
          <a:avLst>
            <a:gd name="adj" fmla="val 10000"/>
          </a:avLst>
        </a:prstGeom>
        <a:solidFill>
          <a:schemeClr val="accent1">
            <a:shade val="50000"/>
            <a:hueOff val="294825"/>
            <a:satOff val="-30989"/>
            <a:lumOff val="26741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dirty="0">
              <a:solidFill>
                <a:srgbClr val="FFFF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Reliance on External Tools</a:t>
          </a:r>
        </a:p>
      </dsp:txBody>
      <dsp:txXfrm>
        <a:off x="482932" y="1140013"/>
        <a:ext cx="4314816" cy="886158"/>
      </dsp:txXfrm>
    </dsp:sp>
    <dsp:sp modelId="{D1EA4CB0-15C9-45B1-A567-5DD77DD9EF4A}">
      <dsp:nvSpPr>
        <dsp:cNvPr id="0" name=""/>
        <dsp:cNvSpPr/>
      </dsp:nvSpPr>
      <dsp:spPr>
        <a:xfrm>
          <a:off x="903928" y="2224887"/>
          <a:ext cx="5437163" cy="941298"/>
        </a:xfrm>
        <a:prstGeom prst="roundRect">
          <a:avLst>
            <a:gd name="adj" fmla="val 10000"/>
          </a:avLst>
        </a:prstGeom>
        <a:solidFill>
          <a:schemeClr val="accent1">
            <a:shade val="50000"/>
            <a:hueOff val="589649"/>
            <a:satOff val="-61978"/>
            <a:lumOff val="53482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dirty="0">
              <a:solidFill>
                <a:schemeClr val="tx2">
                  <a:lumMod val="75000"/>
                  <a:lumOff val="2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Performance Issues</a:t>
          </a:r>
        </a:p>
      </dsp:txBody>
      <dsp:txXfrm>
        <a:off x="931498" y="2252457"/>
        <a:ext cx="4321613" cy="886158"/>
      </dsp:txXfrm>
    </dsp:sp>
    <dsp:sp modelId="{0663D024-B22B-450F-B8BD-491CDD2C75E6}">
      <dsp:nvSpPr>
        <dsp:cNvPr id="0" name=""/>
        <dsp:cNvSpPr/>
      </dsp:nvSpPr>
      <dsp:spPr>
        <a:xfrm>
          <a:off x="1359290" y="3337331"/>
          <a:ext cx="5437163" cy="941298"/>
        </a:xfrm>
        <a:prstGeom prst="roundRect">
          <a:avLst>
            <a:gd name="adj" fmla="val 10000"/>
          </a:avLst>
        </a:prstGeom>
        <a:solidFill>
          <a:schemeClr val="accent1">
            <a:shade val="50000"/>
            <a:hueOff val="294825"/>
            <a:satOff val="-30989"/>
            <a:lumOff val="26741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dirty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Limited Browser Compatibility</a:t>
          </a:r>
        </a:p>
      </dsp:txBody>
      <dsp:txXfrm>
        <a:off x="1386860" y="3364901"/>
        <a:ext cx="4314816" cy="886158"/>
      </dsp:txXfrm>
    </dsp:sp>
    <dsp:sp modelId="{5EE4FF2F-13FC-45B0-817E-B270EDADCF49}">
      <dsp:nvSpPr>
        <dsp:cNvPr id="0" name=""/>
        <dsp:cNvSpPr/>
      </dsp:nvSpPr>
      <dsp:spPr>
        <a:xfrm>
          <a:off x="4825319" y="720949"/>
          <a:ext cx="611844" cy="611844"/>
        </a:xfrm>
        <a:prstGeom prst="downArrow">
          <a:avLst>
            <a:gd name="adj1" fmla="val 55000"/>
            <a:gd name="adj2" fmla="val 45000"/>
          </a:avLst>
        </a:prstGeom>
        <a:solidFill>
          <a:schemeClr val="accent1">
            <a:alpha val="90000"/>
            <a:tint val="55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300000"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700" kern="1200"/>
        </a:p>
      </dsp:txBody>
      <dsp:txXfrm>
        <a:off x="4962984" y="720949"/>
        <a:ext cx="336514" cy="460413"/>
      </dsp:txXfrm>
    </dsp:sp>
    <dsp:sp modelId="{EA03107F-08F5-4753-8B0C-52652AFB51B1}">
      <dsp:nvSpPr>
        <dsp:cNvPr id="0" name=""/>
        <dsp:cNvSpPr/>
      </dsp:nvSpPr>
      <dsp:spPr>
        <a:xfrm>
          <a:off x="5280681" y="1833392"/>
          <a:ext cx="611844" cy="611844"/>
        </a:xfrm>
        <a:prstGeom prst="downArrow">
          <a:avLst>
            <a:gd name="adj1" fmla="val 55000"/>
            <a:gd name="adj2" fmla="val 45000"/>
          </a:avLst>
        </a:prstGeom>
        <a:solidFill>
          <a:schemeClr val="accent1">
            <a:alpha val="90000"/>
            <a:tint val="55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300000"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700" kern="1200"/>
        </a:p>
      </dsp:txBody>
      <dsp:txXfrm>
        <a:off x="5418346" y="1833392"/>
        <a:ext cx="336514" cy="460413"/>
      </dsp:txXfrm>
    </dsp:sp>
    <dsp:sp modelId="{444327CA-F85B-4DFF-B5B1-CB38F178F7A8}">
      <dsp:nvSpPr>
        <dsp:cNvPr id="0" name=""/>
        <dsp:cNvSpPr/>
      </dsp:nvSpPr>
      <dsp:spPr>
        <a:xfrm>
          <a:off x="5729247" y="2945836"/>
          <a:ext cx="611844" cy="611844"/>
        </a:xfrm>
        <a:prstGeom prst="downArrow">
          <a:avLst>
            <a:gd name="adj1" fmla="val 55000"/>
            <a:gd name="adj2" fmla="val 45000"/>
          </a:avLst>
        </a:prstGeom>
        <a:solidFill>
          <a:schemeClr val="accent1">
            <a:alpha val="90000"/>
            <a:tint val="55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300000"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700" kern="1200"/>
        </a:p>
      </dsp:txBody>
      <dsp:txXfrm>
        <a:off x="5866912" y="2945836"/>
        <a:ext cx="336514" cy="460413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DEF4D25-D038-4511-B335-EADF7D62895E}">
      <dsp:nvSpPr>
        <dsp:cNvPr id="0" name=""/>
        <dsp:cNvSpPr/>
      </dsp:nvSpPr>
      <dsp:spPr>
        <a:xfrm>
          <a:off x="0" y="0"/>
          <a:ext cx="5437163" cy="941298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b="0" kern="1200" dirty="0"/>
            <a:t>Enhanced Alert System</a:t>
          </a:r>
        </a:p>
      </dsp:txBody>
      <dsp:txXfrm>
        <a:off x="27570" y="27570"/>
        <a:ext cx="4341888" cy="886158"/>
      </dsp:txXfrm>
    </dsp:sp>
    <dsp:sp modelId="{7628BA36-C051-4575-9CBE-089DA545B9A3}">
      <dsp:nvSpPr>
        <dsp:cNvPr id="0" name=""/>
        <dsp:cNvSpPr/>
      </dsp:nvSpPr>
      <dsp:spPr>
        <a:xfrm>
          <a:off x="455362" y="1112443"/>
          <a:ext cx="5437163" cy="941298"/>
        </a:xfrm>
        <a:prstGeom prst="roundRect">
          <a:avLst>
            <a:gd name="adj" fmla="val 10000"/>
          </a:avLst>
        </a:prstGeom>
        <a:solidFill>
          <a:schemeClr val="accent2">
            <a:hueOff val="2147871"/>
            <a:satOff val="-6164"/>
            <a:lumOff val="-987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 dirty="0"/>
            <a:t>Comprehensive Reports</a:t>
          </a:r>
        </a:p>
      </dsp:txBody>
      <dsp:txXfrm>
        <a:off x="482932" y="1140013"/>
        <a:ext cx="4314816" cy="886158"/>
      </dsp:txXfrm>
    </dsp:sp>
    <dsp:sp modelId="{D1EA4CB0-15C9-45B1-A567-5DD77DD9EF4A}">
      <dsp:nvSpPr>
        <dsp:cNvPr id="0" name=""/>
        <dsp:cNvSpPr/>
      </dsp:nvSpPr>
      <dsp:spPr>
        <a:xfrm>
          <a:off x="903928" y="2224887"/>
          <a:ext cx="5437163" cy="941298"/>
        </a:xfrm>
        <a:prstGeom prst="roundRect">
          <a:avLst>
            <a:gd name="adj" fmla="val 10000"/>
          </a:avLst>
        </a:prstGeom>
        <a:solidFill>
          <a:schemeClr val="accent2">
            <a:hueOff val="4295743"/>
            <a:satOff val="-12329"/>
            <a:lumOff val="-19739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 dirty="0"/>
            <a:t>Cross-Browser Support</a:t>
          </a:r>
        </a:p>
      </dsp:txBody>
      <dsp:txXfrm>
        <a:off x="931498" y="2252457"/>
        <a:ext cx="4321613" cy="886158"/>
      </dsp:txXfrm>
    </dsp:sp>
    <dsp:sp modelId="{0663D024-B22B-450F-B8BD-491CDD2C75E6}">
      <dsp:nvSpPr>
        <dsp:cNvPr id="0" name=""/>
        <dsp:cNvSpPr/>
      </dsp:nvSpPr>
      <dsp:spPr>
        <a:xfrm>
          <a:off x="1359290" y="3337331"/>
          <a:ext cx="5437163" cy="941298"/>
        </a:xfrm>
        <a:prstGeom prst="roundRect">
          <a:avLst>
            <a:gd name="adj" fmla="val 10000"/>
          </a:avLst>
        </a:prstGeom>
        <a:solidFill>
          <a:schemeClr val="accent2">
            <a:hueOff val="6443614"/>
            <a:satOff val="-18493"/>
            <a:lumOff val="-29609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 dirty="0"/>
            <a:t>Multi-Language Detection</a:t>
          </a:r>
        </a:p>
      </dsp:txBody>
      <dsp:txXfrm>
        <a:off x="1386860" y="3364901"/>
        <a:ext cx="4314816" cy="886158"/>
      </dsp:txXfrm>
    </dsp:sp>
    <dsp:sp modelId="{5EE4FF2F-13FC-45B0-817E-B270EDADCF49}">
      <dsp:nvSpPr>
        <dsp:cNvPr id="0" name=""/>
        <dsp:cNvSpPr/>
      </dsp:nvSpPr>
      <dsp:spPr>
        <a:xfrm>
          <a:off x="4825319" y="720949"/>
          <a:ext cx="611844" cy="611844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300000"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700" kern="1200"/>
        </a:p>
      </dsp:txBody>
      <dsp:txXfrm>
        <a:off x="4962984" y="720949"/>
        <a:ext cx="336514" cy="460413"/>
      </dsp:txXfrm>
    </dsp:sp>
    <dsp:sp modelId="{EA03107F-08F5-4753-8B0C-52652AFB51B1}">
      <dsp:nvSpPr>
        <dsp:cNvPr id="0" name=""/>
        <dsp:cNvSpPr/>
      </dsp:nvSpPr>
      <dsp:spPr>
        <a:xfrm>
          <a:off x="5280681" y="1833392"/>
          <a:ext cx="611844" cy="611844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3367359"/>
            <a:satOff val="-31116"/>
            <a:lumOff val="-3508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300000"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700" kern="1200"/>
        </a:p>
      </dsp:txBody>
      <dsp:txXfrm>
        <a:off x="5418346" y="1833392"/>
        <a:ext cx="336514" cy="460413"/>
      </dsp:txXfrm>
    </dsp:sp>
    <dsp:sp modelId="{444327CA-F85B-4DFF-B5B1-CB38F178F7A8}">
      <dsp:nvSpPr>
        <dsp:cNvPr id="0" name=""/>
        <dsp:cNvSpPr/>
      </dsp:nvSpPr>
      <dsp:spPr>
        <a:xfrm>
          <a:off x="5729247" y="2945836"/>
          <a:ext cx="611844" cy="611844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6734718"/>
            <a:satOff val="-62232"/>
            <a:lumOff val="-7015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300000"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700" kern="1200"/>
        </a:p>
      </dsp:txBody>
      <dsp:txXfrm>
        <a:off x="5866912" y="2945836"/>
        <a:ext cx="336514" cy="460413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BE588C8-92F0-4E43-84A8-FDEF0431B423}">
      <dsp:nvSpPr>
        <dsp:cNvPr id="0" name=""/>
        <dsp:cNvSpPr/>
      </dsp:nvSpPr>
      <dsp:spPr>
        <a:xfrm>
          <a:off x="2710922" y="1914"/>
          <a:ext cx="5287362" cy="48066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83820" rIns="83820" bIns="83820" numCol="1" spcCol="1270" anchor="b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200" kern="1200"/>
        </a:p>
      </dsp:txBody>
      <dsp:txXfrm>
        <a:off x="2710922" y="1914"/>
        <a:ext cx="5287362" cy="480669"/>
      </dsp:txXfrm>
    </dsp:sp>
    <dsp:sp modelId="{027ADC8C-2006-4643-874C-E7C78746A51B}">
      <dsp:nvSpPr>
        <dsp:cNvPr id="0" name=""/>
        <dsp:cNvSpPr/>
      </dsp:nvSpPr>
      <dsp:spPr>
        <a:xfrm>
          <a:off x="2710922" y="482583"/>
          <a:ext cx="1237242" cy="979141"/>
        </a:xfrm>
        <a:prstGeom prst="chevron">
          <a:avLst>
            <a:gd name="adj" fmla="val 7061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  <a:sp3d extrusionH="190500" prstMaterial="matte">
          <a:bevelT w="120650" h="38100" prst="relaxedInset"/>
          <a:bevelB w="120650" h="57150" prst="relaxedInset"/>
          <a:contourClr>
            <a:schemeClr val="bg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BE8D2C41-B734-4234-99D6-51B246120AA1}">
      <dsp:nvSpPr>
        <dsp:cNvPr id="0" name=""/>
        <dsp:cNvSpPr/>
      </dsp:nvSpPr>
      <dsp:spPr>
        <a:xfrm>
          <a:off x="3454090" y="482583"/>
          <a:ext cx="1237242" cy="979141"/>
        </a:xfrm>
        <a:prstGeom prst="chevron">
          <a:avLst>
            <a:gd name="adj" fmla="val 70610"/>
          </a:avLst>
        </a:prstGeom>
        <a:solidFill>
          <a:schemeClr val="accent2">
            <a:hueOff val="322181"/>
            <a:satOff val="-925"/>
            <a:lumOff val="-1480"/>
            <a:alphaOff val="0"/>
          </a:schemeClr>
        </a:solidFill>
        <a:ln>
          <a:noFill/>
        </a:ln>
        <a:effectLst/>
        <a:sp3d extrusionH="190500" prstMaterial="matte">
          <a:bevelT w="120650" h="38100" prst="relaxedInset"/>
          <a:bevelB w="120650" h="57150" prst="relaxedInset"/>
          <a:contourClr>
            <a:schemeClr val="bg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7F469AA5-FEE1-4D4A-BF38-4D1F0CC126FE}">
      <dsp:nvSpPr>
        <dsp:cNvPr id="0" name=""/>
        <dsp:cNvSpPr/>
      </dsp:nvSpPr>
      <dsp:spPr>
        <a:xfrm>
          <a:off x="4197846" y="482583"/>
          <a:ext cx="1237242" cy="979141"/>
        </a:xfrm>
        <a:prstGeom prst="chevron">
          <a:avLst>
            <a:gd name="adj" fmla="val 70610"/>
          </a:avLst>
        </a:prstGeom>
        <a:solidFill>
          <a:schemeClr val="accent2">
            <a:hueOff val="644361"/>
            <a:satOff val="-1849"/>
            <a:lumOff val="-2961"/>
            <a:alphaOff val="0"/>
          </a:schemeClr>
        </a:solidFill>
        <a:ln>
          <a:noFill/>
        </a:ln>
        <a:effectLst/>
        <a:sp3d extrusionH="190500" prstMaterial="matte">
          <a:bevelT w="120650" h="38100" prst="relaxedInset"/>
          <a:bevelB w="120650" h="57150" prst="relaxedInset"/>
          <a:contourClr>
            <a:schemeClr val="bg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27AE643E-EDB6-4E54-9772-6E2865203CC0}">
      <dsp:nvSpPr>
        <dsp:cNvPr id="0" name=""/>
        <dsp:cNvSpPr/>
      </dsp:nvSpPr>
      <dsp:spPr>
        <a:xfrm>
          <a:off x="4941014" y="482583"/>
          <a:ext cx="1237242" cy="979141"/>
        </a:xfrm>
        <a:prstGeom prst="chevron">
          <a:avLst>
            <a:gd name="adj" fmla="val 70610"/>
          </a:avLst>
        </a:prstGeom>
        <a:solidFill>
          <a:schemeClr val="accent2">
            <a:hueOff val="966542"/>
            <a:satOff val="-2774"/>
            <a:lumOff val="-4441"/>
            <a:alphaOff val="0"/>
          </a:schemeClr>
        </a:solidFill>
        <a:ln>
          <a:noFill/>
        </a:ln>
        <a:effectLst/>
        <a:sp3d extrusionH="190500" prstMaterial="matte">
          <a:bevelT w="120650" h="38100" prst="relaxedInset"/>
          <a:bevelB w="120650" h="57150" prst="relaxedInset"/>
          <a:contourClr>
            <a:schemeClr val="bg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FBC254C4-FBC6-4CCF-A458-C44404ACD08B}">
      <dsp:nvSpPr>
        <dsp:cNvPr id="0" name=""/>
        <dsp:cNvSpPr/>
      </dsp:nvSpPr>
      <dsp:spPr>
        <a:xfrm>
          <a:off x="5684770" y="482583"/>
          <a:ext cx="1237242" cy="979141"/>
        </a:xfrm>
        <a:prstGeom prst="chevron">
          <a:avLst>
            <a:gd name="adj" fmla="val 70610"/>
          </a:avLst>
        </a:prstGeom>
        <a:solidFill>
          <a:schemeClr val="accent2">
            <a:hueOff val="1288723"/>
            <a:satOff val="-3699"/>
            <a:lumOff val="-5922"/>
            <a:alphaOff val="0"/>
          </a:schemeClr>
        </a:solidFill>
        <a:ln>
          <a:noFill/>
        </a:ln>
        <a:effectLst/>
        <a:sp3d extrusionH="190500" prstMaterial="matte">
          <a:bevelT w="120650" h="38100" prst="relaxedInset"/>
          <a:bevelB w="120650" h="57150" prst="relaxedInset"/>
          <a:contourClr>
            <a:schemeClr val="bg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CDBFDF4D-0587-4482-8900-92E8D83595F3}">
      <dsp:nvSpPr>
        <dsp:cNvPr id="0" name=""/>
        <dsp:cNvSpPr/>
      </dsp:nvSpPr>
      <dsp:spPr>
        <a:xfrm>
          <a:off x="6427938" y="482583"/>
          <a:ext cx="1237242" cy="979141"/>
        </a:xfrm>
        <a:prstGeom prst="chevron">
          <a:avLst>
            <a:gd name="adj" fmla="val 70610"/>
          </a:avLst>
        </a:prstGeom>
        <a:solidFill>
          <a:schemeClr val="accent2">
            <a:hueOff val="1610903"/>
            <a:satOff val="-4623"/>
            <a:lumOff val="-7402"/>
            <a:alphaOff val="0"/>
          </a:schemeClr>
        </a:solidFill>
        <a:ln>
          <a:noFill/>
        </a:ln>
        <a:effectLst/>
        <a:sp3d extrusionH="190500" prstMaterial="matte">
          <a:bevelT w="120650" h="38100" prst="relaxedInset"/>
          <a:bevelB w="120650" h="57150" prst="relaxedInset"/>
          <a:contourClr>
            <a:schemeClr val="bg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7D00C836-7A23-4DA5-A3C3-AF27AE064516}">
      <dsp:nvSpPr>
        <dsp:cNvPr id="0" name=""/>
        <dsp:cNvSpPr/>
      </dsp:nvSpPr>
      <dsp:spPr>
        <a:xfrm>
          <a:off x="7171693" y="482583"/>
          <a:ext cx="1237242" cy="979141"/>
        </a:xfrm>
        <a:prstGeom prst="chevron">
          <a:avLst>
            <a:gd name="adj" fmla="val 70610"/>
          </a:avLst>
        </a:prstGeom>
        <a:solidFill>
          <a:schemeClr val="accent2">
            <a:hueOff val="1933084"/>
            <a:satOff val="-5548"/>
            <a:lumOff val="-8883"/>
            <a:alphaOff val="0"/>
          </a:schemeClr>
        </a:solidFill>
        <a:ln>
          <a:noFill/>
        </a:ln>
        <a:effectLst/>
        <a:sp3d extrusionH="190500" prstMaterial="matte">
          <a:bevelT w="120650" h="38100" prst="relaxedInset"/>
          <a:bevelB w="120650" h="57150" prst="relaxedInset"/>
          <a:contourClr>
            <a:schemeClr val="bg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8CBFF1FA-2087-4027-89D5-BC6C3BDBAF5C}">
      <dsp:nvSpPr>
        <dsp:cNvPr id="0" name=""/>
        <dsp:cNvSpPr/>
      </dsp:nvSpPr>
      <dsp:spPr>
        <a:xfrm>
          <a:off x="2710922" y="580497"/>
          <a:ext cx="5356098" cy="783312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>
          <a:noFill/>
        </a:ln>
        <a:effectLst/>
        <a:sp3d z="152400" extrusionH="63500" prstMaterial="matte">
          <a:bevelT w="50800" h="19050" prst="relaxedInset"/>
          <a:contourClr>
            <a:schemeClr val="bg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50800" tIns="50800" rIns="50800" bIns="508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Phishing Detection Extension is a promising solution</a:t>
          </a:r>
        </a:p>
      </dsp:txBody>
      <dsp:txXfrm>
        <a:off x="2710922" y="580497"/>
        <a:ext cx="5356098" cy="783312"/>
      </dsp:txXfrm>
    </dsp:sp>
    <dsp:sp modelId="{F2477E14-BFDD-434D-B47E-2EA463F9FDCF}">
      <dsp:nvSpPr>
        <dsp:cNvPr id="0" name=""/>
        <dsp:cNvSpPr/>
      </dsp:nvSpPr>
      <dsp:spPr>
        <a:xfrm>
          <a:off x="2710922" y="1509040"/>
          <a:ext cx="5287362" cy="48066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83820" rIns="83820" bIns="83820" numCol="1" spcCol="1270" anchor="b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200" kern="1200"/>
        </a:p>
      </dsp:txBody>
      <dsp:txXfrm>
        <a:off x="2710922" y="1509040"/>
        <a:ext cx="5287362" cy="480669"/>
      </dsp:txXfrm>
    </dsp:sp>
    <dsp:sp modelId="{590F8324-89A0-49F4-828E-243252E8238A}">
      <dsp:nvSpPr>
        <dsp:cNvPr id="0" name=""/>
        <dsp:cNvSpPr/>
      </dsp:nvSpPr>
      <dsp:spPr>
        <a:xfrm>
          <a:off x="2710922" y="1989709"/>
          <a:ext cx="1237242" cy="979141"/>
        </a:xfrm>
        <a:prstGeom prst="chevron">
          <a:avLst>
            <a:gd name="adj" fmla="val 70610"/>
          </a:avLst>
        </a:prstGeom>
        <a:solidFill>
          <a:schemeClr val="accent2">
            <a:hueOff val="2255265"/>
            <a:satOff val="-6473"/>
            <a:lumOff val="-10363"/>
            <a:alphaOff val="0"/>
          </a:schemeClr>
        </a:solidFill>
        <a:ln>
          <a:noFill/>
        </a:ln>
        <a:effectLst/>
        <a:sp3d extrusionH="190500" prstMaterial="matte">
          <a:bevelT w="120650" h="38100" prst="relaxedInset"/>
          <a:bevelB w="120650" h="57150" prst="relaxedInset"/>
          <a:contourClr>
            <a:schemeClr val="bg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42F4D425-97C9-4776-AC9F-1C8A274329AA}">
      <dsp:nvSpPr>
        <dsp:cNvPr id="0" name=""/>
        <dsp:cNvSpPr/>
      </dsp:nvSpPr>
      <dsp:spPr>
        <a:xfrm>
          <a:off x="3454090" y="1989709"/>
          <a:ext cx="1237242" cy="979141"/>
        </a:xfrm>
        <a:prstGeom prst="chevron">
          <a:avLst>
            <a:gd name="adj" fmla="val 70610"/>
          </a:avLst>
        </a:prstGeom>
        <a:solidFill>
          <a:schemeClr val="accent2">
            <a:hueOff val="2577445"/>
            <a:satOff val="-7397"/>
            <a:lumOff val="-11844"/>
            <a:alphaOff val="0"/>
          </a:schemeClr>
        </a:solidFill>
        <a:ln>
          <a:noFill/>
        </a:ln>
        <a:effectLst/>
        <a:sp3d extrusionH="190500" prstMaterial="matte">
          <a:bevelT w="120650" h="38100" prst="relaxedInset"/>
          <a:bevelB w="120650" h="57150" prst="relaxedInset"/>
          <a:contourClr>
            <a:schemeClr val="bg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42BDF723-3E82-4380-8974-761CD25DD3A4}">
      <dsp:nvSpPr>
        <dsp:cNvPr id="0" name=""/>
        <dsp:cNvSpPr/>
      </dsp:nvSpPr>
      <dsp:spPr>
        <a:xfrm>
          <a:off x="4197846" y="1989709"/>
          <a:ext cx="1237242" cy="979141"/>
        </a:xfrm>
        <a:prstGeom prst="chevron">
          <a:avLst>
            <a:gd name="adj" fmla="val 70610"/>
          </a:avLst>
        </a:prstGeom>
        <a:solidFill>
          <a:schemeClr val="accent2">
            <a:hueOff val="2899626"/>
            <a:satOff val="-8322"/>
            <a:lumOff val="-13324"/>
            <a:alphaOff val="0"/>
          </a:schemeClr>
        </a:solidFill>
        <a:ln>
          <a:noFill/>
        </a:ln>
        <a:effectLst/>
        <a:sp3d extrusionH="190500" prstMaterial="matte">
          <a:bevelT w="120650" h="38100" prst="relaxedInset"/>
          <a:bevelB w="120650" h="57150" prst="relaxedInset"/>
          <a:contourClr>
            <a:schemeClr val="bg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8013C2BB-9265-472B-A6E0-E09751E75F33}">
      <dsp:nvSpPr>
        <dsp:cNvPr id="0" name=""/>
        <dsp:cNvSpPr/>
      </dsp:nvSpPr>
      <dsp:spPr>
        <a:xfrm>
          <a:off x="4941014" y="1989709"/>
          <a:ext cx="1237242" cy="979141"/>
        </a:xfrm>
        <a:prstGeom prst="chevron">
          <a:avLst>
            <a:gd name="adj" fmla="val 70610"/>
          </a:avLst>
        </a:prstGeom>
        <a:solidFill>
          <a:schemeClr val="accent2">
            <a:hueOff val="3221807"/>
            <a:satOff val="-9246"/>
            <a:lumOff val="-14805"/>
            <a:alphaOff val="0"/>
          </a:schemeClr>
        </a:solidFill>
        <a:ln>
          <a:noFill/>
        </a:ln>
        <a:effectLst/>
        <a:sp3d extrusionH="190500" prstMaterial="matte">
          <a:bevelT w="120650" h="38100" prst="relaxedInset"/>
          <a:bevelB w="120650" h="57150" prst="relaxedInset"/>
          <a:contourClr>
            <a:schemeClr val="bg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27F9A9A3-C537-4070-AF0C-96905EF14077}">
      <dsp:nvSpPr>
        <dsp:cNvPr id="0" name=""/>
        <dsp:cNvSpPr/>
      </dsp:nvSpPr>
      <dsp:spPr>
        <a:xfrm>
          <a:off x="5684770" y="1989709"/>
          <a:ext cx="1237242" cy="979141"/>
        </a:xfrm>
        <a:prstGeom prst="chevron">
          <a:avLst>
            <a:gd name="adj" fmla="val 70610"/>
          </a:avLst>
        </a:prstGeom>
        <a:solidFill>
          <a:schemeClr val="accent2">
            <a:hueOff val="3543988"/>
            <a:satOff val="-10171"/>
            <a:lumOff val="-16285"/>
            <a:alphaOff val="0"/>
          </a:schemeClr>
        </a:solidFill>
        <a:ln>
          <a:noFill/>
        </a:ln>
        <a:effectLst/>
        <a:sp3d extrusionH="190500" prstMaterial="matte">
          <a:bevelT w="120650" h="38100" prst="relaxedInset"/>
          <a:bevelB w="120650" h="57150" prst="relaxedInset"/>
          <a:contourClr>
            <a:schemeClr val="bg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E523900A-E9F1-4800-99B7-A9EA5AE77570}">
      <dsp:nvSpPr>
        <dsp:cNvPr id="0" name=""/>
        <dsp:cNvSpPr/>
      </dsp:nvSpPr>
      <dsp:spPr>
        <a:xfrm>
          <a:off x="6427938" y="1989709"/>
          <a:ext cx="1237242" cy="979141"/>
        </a:xfrm>
        <a:prstGeom prst="chevron">
          <a:avLst>
            <a:gd name="adj" fmla="val 70610"/>
          </a:avLst>
        </a:prstGeom>
        <a:solidFill>
          <a:schemeClr val="accent2">
            <a:hueOff val="3866169"/>
            <a:satOff val="-11096"/>
            <a:lumOff val="-17765"/>
            <a:alphaOff val="0"/>
          </a:schemeClr>
        </a:solidFill>
        <a:ln>
          <a:noFill/>
        </a:ln>
        <a:effectLst/>
        <a:sp3d extrusionH="190500" prstMaterial="matte">
          <a:bevelT w="120650" h="38100" prst="relaxedInset"/>
          <a:bevelB w="120650" h="57150" prst="relaxedInset"/>
          <a:contourClr>
            <a:schemeClr val="bg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8FE21226-A8DB-472A-BA95-1E0A62354EDD}">
      <dsp:nvSpPr>
        <dsp:cNvPr id="0" name=""/>
        <dsp:cNvSpPr/>
      </dsp:nvSpPr>
      <dsp:spPr>
        <a:xfrm>
          <a:off x="7171693" y="1989709"/>
          <a:ext cx="1237242" cy="979141"/>
        </a:xfrm>
        <a:prstGeom prst="chevron">
          <a:avLst>
            <a:gd name="adj" fmla="val 70610"/>
          </a:avLst>
        </a:prstGeom>
        <a:solidFill>
          <a:schemeClr val="accent2">
            <a:hueOff val="4188349"/>
            <a:satOff val="-12020"/>
            <a:lumOff val="-19246"/>
            <a:alphaOff val="0"/>
          </a:schemeClr>
        </a:solidFill>
        <a:ln>
          <a:noFill/>
        </a:ln>
        <a:effectLst/>
        <a:sp3d extrusionH="190500" prstMaterial="matte">
          <a:bevelT w="120650" h="38100" prst="relaxedInset"/>
          <a:bevelB w="120650" h="57150" prst="relaxedInset"/>
          <a:contourClr>
            <a:schemeClr val="bg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7FC4F1F1-62B8-4445-AD9C-B3D6754EBDDE}">
      <dsp:nvSpPr>
        <dsp:cNvPr id="0" name=""/>
        <dsp:cNvSpPr/>
      </dsp:nvSpPr>
      <dsp:spPr>
        <a:xfrm>
          <a:off x="2698871" y="2087623"/>
          <a:ext cx="5356098" cy="783312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>
          <a:noFill/>
        </a:ln>
        <a:effectLst/>
        <a:sp3d z="152400" extrusionH="63500" prstMaterial="matte">
          <a:bevelT w="50800" h="19050" prst="relaxedInset"/>
          <a:contourClr>
            <a:schemeClr val="bg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50800" tIns="50800" rIns="50800" bIns="508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With areas to refine and expand. </a:t>
          </a:r>
        </a:p>
      </dsp:txBody>
      <dsp:txXfrm>
        <a:off x="2698871" y="2087623"/>
        <a:ext cx="5356098" cy="783312"/>
      </dsp:txXfrm>
    </dsp:sp>
    <dsp:sp modelId="{6375A6F8-AC44-4564-8B77-335E1543183E}">
      <dsp:nvSpPr>
        <dsp:cNvPr id="0" name=""/>
        <dsp:cNvSpPr/>
      </dsp:nvSpPr>
      <dsp:spPr>
        <a:xfrm>
          <a:off x="2710922" y="3016165"/>
          <a:ext cx="5287362" cy="48066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83820" rIns="83820" bIns="83820" numCol="1" spcCol="1270" anchor="b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200" kern="1200"/>
        </a:p>
      </dsp:txBody>
      <dsp:txXfrm>
        <a:off x="2710922" y="3016165"/>
        <a:ext cx="5287362" cy="480669"/>
      </dsp:txXfrm>
    </dsp:sp>
    <dsp:sp modelId="{D4AF1AA0-58B1-4C10-8F88-9D47137E8627}">
      <dsp:nvSpPr>
        <dsp:cNvPr id="0" name=""/>
        <dsp:cNvSpPr/>
      </dsp:nvSpPr>
      <dsp:spPr>
        <a:xfrm>
          <a:off x="2710922" y="3496835"/>
          <a:ext cx="1237242" cy="979141"/>
        </a:xfrm>
        <a:prstGeom prst="chevron">
          <a:avLst>
            <a:gd name="adj" fmla="val 70610"/>
          </a:avLst>
        </a:prstGeom>
        <a:solidFill>
          <a:schemeClr val="accent2">
            <a:hueOff val="4510529"/>
            <a:satOff val="-12945"/>
            <a:lumOff val="-20726"/>
            <a:alphaOff val="0"/>
          </a:schemeClr>
        </a:solidFill>
        <a:ln>
          <a:noFill/>
        </a:ln>
        <a:effectLst/>
        <a:sp3d extrusionH="190500" prstMaterial="matte">
          <a:bevelT w="120650" h="38100" prst="relaxedInset"/>
          <a:bevelB w="120650" h="57150" prst="relaxedInset"/>
          <a:contourClr>
            <a:schemeClr val="bg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77D3641C-8AD4-49FB-AC36-CE9336A9EF95}">
      <dsp:nvSpPr>
        <dsp:cNvPr id="0" name=""/>
        <dsp:cNvSpPr/>
      </dsp:nvSpPr>
      <dsp:spPr>
        <a:xfrm>
          <a:off x="3454090" y="3496835"/>
          <a:ext cx="1237242" cy="979141"/>
        </a:xfrm>
        <a:prstGeom prst="chevron">
          <a:avLst>
            <a:gd name="adj" fmla="val 70610"/>
          </a:avLst>
        </a:prstGeom>
        <a:solidFill>
          <a:schemeClr val="accent2">
            <a:hueOff val="4832710"/>
            <a:satOff val="-13870"/>
            <a:lumOff val="-22207"/>
            <a:alphaOff val="0"/>
          </a:schemeClr>
        </a:solidFill>
        <a:ln>
          <a:noFill/>
        </a:ln>
        <a:effectLst/>
        <a:sp3d extrusionH="190500" prstMaterial="matte">
          <a:bevelT w="120650" h="38100" prst="relaxedInset"/>
          <a:bevelB w="120650" h="57150" prst="relaxedInset"/>
          <a:contourClr>
            <a:schemeClr val="bg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D7039AB0-ED18-456C-A477-DE17E5101E6A}">
      <dsp:nvSpPr>
        <dsp:cNvPr id="0" name=""/>
        <dsp:cNvSpPr/>
      </dsp:nvSpPr>
      <dsp:spPr>
        <a:xfrm>
          <a:off x="4197846" y="3496835"/>
          <a:ext cx="1237242" cy="979141"/>
        </a:xfrm>
        <a:prstGeom prst="chevron">
          <a:avLst>
            <a:gd name="adj" fmla="val 70610"/>
          </a:avLst>
        </a:prstGeom>
        <a:solidFill>
          <a:schemeClr val="accent2">
            <a:hueOff val="5154891"/>
            <a:satOff val="-14794"/>
            <a:lumOff val="-23687"/>
            <a:alphaOff val="0"/>
          </a:schemeClr>
        </a:solidFill>
        <a:ln>
          <a:noFill/>
        </a:ln>
        <a:effectLst/>
        <a:sp3d extrusionH="190500" prstMaterial="matte">
          <a:bevelT w="120650" h="38100" prst="relaxedInset"/>
          <a:bevelB w="120650" h="57150" prst="relaxedInset"/>
          <a:contourClr>
            <a:schemeClr val="bg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DE624DF7-F4E4-4507-B0A3-522860A6EEF1}">
      <dsp:nvSpPr>
        <dsp:cNvPr id="0" name=""/>
        <dsp:cNvSpPr/>
      </dsp:nvSpPr>
      <dsp:spPr>
        <a:xfrm>
          <a:off x="4941014" y="3496835"/>
          <a:ext cx="1237242" cy="979141"/>
        </a:xfrm>
        <a:prstGeom prst="chevron">
          <a:avLst>
            <a:gd name="adj" fmla="val 70610"/>
          </a:avLst>
        </a:prstGeom>
        <a:solidFill>
          <a:schemeClr val="accent2">
            <a:hueOff val="5477072"/>
            <a:satOff val="-15719"/>
            <a:lumOff val="-25168"/>
            <a:alphaOff val="0"/>
          </a:schemeClr>
        </a:solidFill>
        <a:ln>
          <a:noFill/>
        </a:ln>
        <a:effectLst/>
        <a:sp3d extrusionH="190500" prstMaterial="matte">
          <a:bevelT w="120650" h="38100" prst="relaxedInset"/>
          <a:bevelB w="120650" h="57150" prst="relaxedInset"/>
          <a:contourClr>
            <a:schemeClr val="bg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E6355DFD-51E1-45DE-BF33-D2A8C378E2A1}">
      <dsp:nvSpPr>
        <dsp:cNvPr id="0" name=""/>
        <dsp:cNvSpPr/>
      </dsp:nvSpPr>
      <dsp:spPr>
        <a:xfrm>
          <a:off x="5684770" y="3496835"/>
          <a:ext cx="1237242" cy="979141"/>
        </a:xfrm>
        <a:prstGeom prst="chevron">
          <a:avLst>
            <a:gd name="adj" fmla="val 70610"/>
          </a:avLst>
        </a:prstGeom>
        <a:solidFill>
          <a:schemeClr val="accent2">
            <a:hueOff val="5799252"/>
            <a:satOff val="-16644"/>
            <a:lumOff val="-26648"/>
            <a:alphaOff val="0"/>
          </a:schemeClr>
        </a:solidFill>
        <a:ln>
          <a:noFill/>
        </a:ln>
        <a:effectLst/>
        <a:sp3d extrusionH="190500" prstMaterial="matte">
          <a:bevelT w="120650" h="38100" prst="relaxedInset"/>
          <a:bevelB w="120650" h="57150" prst="relaxedInset"/>
          <a:contourClr>
            <a:schemeClr val="bg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779299B5-F966-4217-9C46-F869945D6B1F}">
      <dsp:nvSpPr>
        <dsp:cNvPr id="0" name=""/>
        <dsp:cNvSpPr/>
      </dsp:nvSpPr>
      <dsp:spPr>
        <a:xfrm>
          <a:off x="6427938" y="3496835"/>
          <a:ext cx="1237242" cy="979141"/>
        </a:xfrm>
        <a:prstGeom prst="chevron">
          <a:avLst>
            <a:gd name="adj" fmla="val 70610"/>
          </a:avLst>
        </a:prstGeom>
        <a:solidFill>
          <a:schemeClr val="accent2">
            <a:hueOff val="6121433"/>
            <a:satOff val="-17568"/>
            <a:lumOff val="-28129"/>
            <a:alphaOff val="0"/>
          </a:schemeClr>
        </a:solidFill>
        <a:ln>
          <a:noFill/>
        </a:ln>
        <a:effectLst/>
        <a:sp3d extrusionH="190500" prstMaterial="matte">
          <a:bevelT w="120650" h="38100" prst="relaxedInset"/>
          <a:bevelB w="120650" h="57150" prst="relaxedInset"/>
          <a:contourClr>
            <a:schemeClr val="bg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282AC4A2-7180-4349-A457-897C30AB6D4E}">
      <dsp:nvSpPr>
        <dsp:cNvPr id="0" name=""/>
        <dsp:cNvSpPr/>
      </dsp:nvSpPr>
      <dsp:spPr>
        <a:xfrm>
          <a:off x="7171693" y="3496835"/>
          <a:ext cx="1237242" cy="979141"/>
        </a:xfrm>
        <a:prstGeom prst="chevron">
          <a:avLst>
            <a:gd name="adj" fmla="val 70610"/>
          </a:avLst>
        </a:prstGeom>
        <a:solidFill>
          <a:schemeClr val="accent2">
            <a:hueOff val="6443614"/>
            <a:satOff val="-18493"/>
            <a:lumOff val="-29609"/>
            <a:alphaOff val="0"/>
          </a:schemeClr>
        </a:solidFill>
        <a:ln>
          <a:noFill/>
        </a:ln>
        <a:effectLst/>
        <a:sp3d extrusionH="190500" prstMaterial="matte">
          <a:bevelT w="120650" h="38100" prst="relaxedInset"/>
          <a:bevelB w="120650" h="57150" prst="relaxedInset"/>
          <a:contourClr>
            <a:schemeClr val="bg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5EA7002C-877F-4689-8943-DFDE16A5B65B}">
      <dsp:nvSpPr>
        <dsp:cNvPr id="0" name=""/>
        <dsp:cNvSpPr/>
      </dsp:nvSpPr>
      <dsp:spPr>
        <a:xfrm>
          <a:off x="2710922" y="3594749"/>
          <a:ext cx="5356098" cy="783312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>
          <a:noFill/>
        </a:ln>
        <a:effectLst/>
        <a:sp3d z="152400" extrusionH="63500" prstMaterial="matte">
          <a:bevelT w="50800" h="19050" prst="relaxedInset"/>
          <a:contourClr>
            <a:schemeClr val="bg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50800" tIns="50800" rIns="50800" bIns="508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Addressing Shortcomings &amp;</a:t>
          </a:r>
        </a:p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Implementing missing features</a:t>
          </a:r>
        </a:p>
      </dsp:txBody>
      <dsp:txXfrm>
        <a:off x="2710922" y="3594749"/>
        <a:ext cx="5356098" cy="78331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8/layout/VerticalAccentList">
  <dgm:title val=""/>
  <dgm:desc val=""/>
  <dgm:catLst>
    <dgm:cat type="list" pri="16500"/>
  </dgm:catLst>
  <dgm:samp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  <dgm:pt modelId="30">
          <dgm:prSet phldr="1"/>
        </dgm:pt>
        <dgm:pt modelId="31">
          <dgm:prSet phldr="1"/>
        </dgm:pt>
      </dgm:ptLst>
      <dgm:cxnLst>
        <dgm:cxn modelId="40" srcId="0" destId="10" srcOrd="0" destOrd="0"/>
        <dgm:cxn modelId="12" srcId="10" destId="11" srcOrd="0" destOrd="0"/>
        <dgm:cxn modelId="50" srcId="0" destId="20" srcOrd="1" destOrd="0"/>
        <dgm:cxn modelId="22" srcId="20" destId="21" srcOrd="0" destOrd="0"/>
        <dgm:cxn modelId="60" srcId="0" destId="30" srcOrd="2" destOrd="0"/>
        <dgm:cxn modelId="32" srcId="30" destId="31" srcOrd="0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  <dgm:pt modelId="30">
          <dgm:prSet phldr="1"/>
        </dgm:pt>
        <dgm:pt modelId="31">
          <dgm:prSet phldr="1"/>
        </dgm:pt>
      </dgm:ptLst>
      <dgm:cxnLst>
        <dgm:cxn modelId="40" srcId="0" destId="10" srcOrd="0" destOrd="0"/>
        <dgm:cxn modelId="12" srcId="10" destId="11" srcOrd="0" destOrd="0"/>
        <dgm:cxn modelId="50" srcId="0" destId="20" srcOrd="1" destOrd="0"/>
        <dgm:cxn modelId="22" srcId="20" destId="21" srcOrd="0" destOrd="0"/>
        <dgm:cxn modelId="60" srcId="0" destId="30" srcOrd="2" destOrd="0"/>
        <dgm:cxn modelId="32" srcId="30" destId="31" srcOrd="0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  <dgm:pt modelId="30">
          <dgm:prSet phldr="1"/>
        </dgm:pt>
        <dgm:pt modelId="31">
          <dgm:prSet phldr="1"/>
        </dgm:pt>
      </dgm:ptLst>
      <dgm:cxnLst>
        <dgm:cxn modelId="40" srcId="0" destId="10" srcOrd="0" destOrd="0"/>
        <dgm:cxn modelId="12" srcId="10" destId="11" srcOrd="0" destOrd="0"/>
        <dgm:cxn modelId="50" srcId="0" destId="20" srcOrd="1" destOrd="0"/>
        <dgm:cxn modelId="22" srcId="20" destId="21" srcOrd="0" destOrd="0"/>
        <dgm:cxn modelId="60" srcId="0" destId="30" srcOrd="2" destOrd="0"/>
        <dgm:cxn modelId="32" srcId="30" destId="31" srcOrd="0" destOrd="0"/>
      </dgm:cxnLst>
      <dgm:bg/>
      <dgm:whole/>
    </dgm:dataModel>
  </dgm:clrData>
  <dgm:layoutNode name="Name0">
    <dgm:varLst>
      <dgm:chMax/>
      <dgm:chPref/>
      <dgm:dir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constrLst>
      <dgm:constr type="primFontSz" for="des" forName="parenttext" refType="primFontSz" refFor="des" refForName="childtext" op="gte"/>
      <dgm:constr type="w" for="ch" forName="composite" refType="w"/>
      <dgm:constr type="h" for="ch" forName="composite" refType="h"/>
      <dgm:constr type="w" for="ch" forName="parallelogramComposite" refType="w"/>
      <dgm:constr type="h" for="ch" forName="parallelogramComposite" refType="h"/>
      <dgm:constr type="w" for="ch" forName="parenttextcomposite" refType="w" fact="0.9"/>
      <dgm:constr type="h" for="ch" forName="parenttextcomposite" refType="h" fact="0.6"/>
      <dgm:constr type="h" for="ch" forName="sibTrans" refType="h" refFor="ch" refForName="composite" op="equ" fact="0.02"/>
      <dgm:constr type="h" for="ch" forName="sibTrans" op="equ"/>
    </dgm:constrLst>
    <dgm:forEach name="nodesForEach" axis="ch" ptType="node">
      <dgm:layoutNode name="parenttextcomposite">
        <dgm:alg type="composite">
          <dgm:param type="ar" val="11"/>
        </dgm:alg>
        <dgm:shape xmlns:r="http://schemas.openxmlformats.org/officeDocument/2006/relationships" r:blip="">
          <dgm:adjLst/>
        </dgm:shape>
        <dgm:constrLst>
          <dgm:constr type="h" for="ch" forName="parenttext" refType="h"/>
          <dgm:constr type="w" for="ch" forName="parenttext" refType="w"/>
        </dgm:constrLst>
        <dgm:layoutNode name="parenttext" styleLbl="revTx">
          <dgm:varLst>
            <dgm:chMax/>
            <dgm:chPref val="2"/>
            <dgm:bulletEnabled val="1"/>
          </dgm:varLst>
          <dgm:choose name="Name4">
            <dgm:if name="Name5" func="var" arg="dir" op="equ" val="norm">
              <dgm:alg type="tx">
                <dgm:param type="parTxLTRAlign" val="l"/>
                <dgm:param type="txAnchorVert" val="b"/>
              </dgm:alg>
            </dgm:if>
            <dgm:else name="Name6">
              <dgm:alg type="tx">
                <dgm:param type="parTxLTRAlign" val="r"/>
                <dgm:param type="txAnchorVert" val="b"/>
              </dgm:alg>
            </dgm:else>
          </dgm:choose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layoutNode>
      <dgm:choose name="Name7">
        <dgm:if name="Name8" axis="ch" ptType="node" func="cnt" op="gte" val="1">
          <dgm:layoutNode name="composite">
            <dgm:alg type="composite">
              <dgm:param type="ar" val="6"/>
            </dgm:alg>
            <dgm:shape xmlns:r="http://schemas.openxmlformats.org/officeDocument/2006/relationships" r:blip="">
              <dgm:adjLst/>
            </dgm:shape>
            <dgm:choose name="Name9">
              <dgm:if name="Name10" func="var" arg="dir" op="equ" val="norm">
                <dgm:constrLst>
                  <dgm:constr type="l" for="ch" forName="chevron1" refType="w" fact="0.0301"/>
                  <dgm:constr type="t" for="ch" forName="chevron1" refType="h" fact="0"/>
                  <dgm:constr type="w" for="ch" forName="chevron1" refType="w" fact="0.2106"/>
                  <dgm:constr type="h" for="ch" forName="chevron1" refType="h"/>
                  <dgm:constr type="l" for="ch" forName="chevron2" refType="w" fact="0.1566"/>
                  <dgm:constr type="t" for="ch" forName="chevron2" refType="h" fact="0"/>
                  <dgm:constr type="w" for="ch" forName="chevron2" refType="w" fact="0.2106"/>
                  <dgm:constr type="h" for="ch" forName="chevron2" refType="h"/>
                  <dgm:constr type="l" for="ch" forName="chevron3" refType="w" fact="0.2832"/>
                  <dgm:constr type="t" for="ch" forName="chevron3" refType="h" fact="0"/>
                  <dgm:constr type="w" for="ch" forName="chevron3" refType="w" fact="0.2106"/>
                  <dgm:constr type="h" for="ch" forName="chevron3" refType="h"/>
                  <dgm:constr type="l" for="ch" forName="chevron4" refType="w" fact="0.4097"/>
                  <dgm:constr type="t" for="ch" forName="chevron4" refType="h" fact="0"/>
                  <dgm:constr type="w" for="ch" forName="chevron4" refType="w" fact="0.2106"/>
                  <dgm:constr type="h" for="ch" forName="chevron4" refType="h"/>
                  <dgm:constr type="l" for="ch" forName="chevron5" refType="w" fact="0.5363"/>
                  <dgm:constr type="t" for="ch" forName="chevron5" refType="h" fact="0"/>
                  <dgm:constr type="w" for="ch" forName="chevron5" refType="w" fact="0.2106"/>
                  <dgm:constr type="h" for="ch" forName="chevron5" refType="h"/>
                  <dgm:constr type="l" for="ch" forName="chevron6" refType="w" fact="0.6628"/>
                  <dgm:constr type="t" for="ch" forName="chevron6" refType="h" fact="0"/>
                  <dgm:constr type="w" for="ch" forName="chevron6" refType="w" fact="0.2106"/>
                  <dgm:constr type="h" for="ch" forName="chevron6" refType="h"/>
                  <dgm:constr type="l" for="ch" forName="chevron7" refType="w" fact="0.7894"/>
                  <dgm:constr type="t" for="ch" forName="chevron7" refType="h" fact="0"/>
                  <dgm:constr type="w" for="ch" forName="chevron7" refType="w" fact="0.2106"/>
                  <dgm:constr type="h" for="ch" forName="chevron7" refType="h"/>
                  <dgm:constr type="l" for="ch" forName="childtext" refType="w" fact="0.0301"/>
                  <dgm:constr type="t" for="ch" forName="childtext" refType="h" fact="0.1"/>
                  <dgm:constr type="w" for="ch" forName="childtext" refType="w" fact="0.9117"/>
                  <dgm:constr type="h" for="ch" forName="childtext" refType="h" fact="0.8"/>
                </dgm:constrLst>
              </dgm:if>
              <dgm:else name="Name11">
                <dgm:constrLst>
                  <dgm:constr type="l" for="ch" forName="chevron1" refType="w" fact="0.0301"/>
                  <dgm:constr type="t" for="ch" forName="chevron1" refType="h" fact="0"/>
                  <dgm:constr type="w" for="ch" forName="chevron1" refType="w" fact="0.2106"/>
                  <dgm:constr type="h" for="ch" forName="chevron1" refType="h"/>
                  <dgm:constr type="l" for="ch" forName="chevron2" refType="w" fact="0.1566"/>
                  <dgm:constr type="t" for="ch" forName="chevron2" refType="h" fact="0"/>
                  <dgm:constr type="w" for="ch" forName="chevron2" refType="w" fact="0.2106"/>
                  <dgm:constr type="h" for="ch" forName="chevron2" refType="h"/>
                  <dgm:constr type="l" for="ch" forName="chevron3" refType="w" fact="0.2832"/>
                  <dgm:constr type="t" for="ch" forName="chevron3" refType="h" fact="0"/>
                  <dgm:constr type="w" for="ch" forName="chevron3" refType="w" fact="0.2106"/>
                  <dgm:constr type="h" for="ch" forName="chevron3" refType="h"/>
                  <dgm:constr type="l" for="ch" forName="chevron4" refType="w" fact="0.4097"/>
                  <dgm:constr type="t" for="ch" forName="chevron4" refType="h" fact="0"/>
                  <dgm:constr type="w" for="ch" forName="chevron4" refType="w" fact="0.2106"/>
                  <dgm:constr type="h" for="ch" forName="chevron4" refType="h"/>
                  <dgm:constr type="l" for="ch" forName="chevron5" refType="w" fact="0.5363"/>
                  <dgm:constr type="t" for="ch" forName="chevron5" refType="h" fact="0"/>
                  <dgm:constr type="w" for="ch" forName="chevron5" refType="w" fact="0.2106"/>
                  <dgm:constr type="h" for="ch" forName="chevron5" refType="h"/>
                  <dgm:constr type="l" for="ch" forName="chevron6" refType="w" fact="0.6628"/>
                  <dgm:constr type="t" for="ch" forName="chevron6" refType="h" fact="0"/>
                  <dgm:constr type="w" for="ch" forName="chevron6" refType="w" fact="0.2106"/>
                  <dgm:constr type="h" for="ch" forName="chevron6" refType="h"/>
                  <dgm:constr type="l" for="ch" forName="chevron7" refType="w" fact="0.7894"/>
                  <dgm:constr type="t" for="ch" forName="chevron7" refType="h" fact="0"/>
                  <dgm:constr type="w" for="ch" forName="chevron7" refType="w" fact="0.2106"/>
                  <dgm:constr type="h" for="ch" forName="chevron7" refType="h"/>
                  <dgm:constr type="l" for="ch" forName="childtext" refType="w" fact="0.0883"/>
                  <dgm:constr type="t" for="ch" forName="childtext" refType="h" fact="0.1"/>
                  <dgm:constr type="w" for="ch" forName="childtext" refType="w" fact="0.9117"/>
                  <dgm:constr type="h" for="ch" forName="childtext" refType="h" fact="0.8"/>
                </dgm:constrLst>
              </dgm:else>
            </dgm:choose>
            <dgm:ruleLst/>
            <dgm:layoutNode name="chevron1" styleLbl="alignNode1">
              <dgm:alg type="sp"/>
              <dgm:choose name="Name12">
                <dgm:if name="Name13" func="var" arg="dir" op="equ" val="norm">
                  <dgm:shape xmlns:r="http://schemas.openxmlformats.org/officeDocument/2006/relationships" type="chevron" r:blip="">
                    <dgm:adjLst>
                      <dgm:adj idx="1" val="0.7061"/>
                    </dgm:adjLst>
                  </dgm:shape>
                </dgm:if>
                <dgm:else name="Name14">
                  <dgm:shape xmlns:r="http://schemas.openxmlformats.org/officeDocument/2006/relationships" rot="180" type="chevron" r:blip="">
                    <dgm:adjLst>
                      <dgm:adj idx="1" val="0.7061"/>
                    </dgm:adjLst>
                  </dgm:shape>
                </dgm:else>
              </dgm:choose>
              <dgm:presOf/>
            </dgm:layoutNode>
            <dgm:layoutNode name="chevron2" styleLbl="alignNode1">
              <dgm:alg type="sp"/>
              <dgm:choose name="Name15">
                <dgm:if name="Name16" func="var" arg="dir" op="equ" val="norm">
                  <dgm:shape xmlns:r="http://schemas.openxmlformats.org/officeDocument/2006/relationships" type="chevron" r:blip="">
                    <dgm:adjLst>
                      <dgm:adj idx="1" val="0.7061"/>
                    </dgm:adjLst>
                  </dgm:shape>
                </dgm:if>
                <dgm:else name="Name17">
                  <dgm:shape xmlns:r="http://schemas.openxmlformats.org/officeDocument/2006/relationships" rot="180" type="chevron" r:blip="">
                    <dgm:adjLst>
                      <dgm:adj idx="1" val="0.7061"/>
                    </dgm:adjLst>
                  </dgm:shape>
                </dgm:else>
              </dgm:choose>
              <dgm:presOf/>
            </dgm:layoutNode>
            <dgm:layoutNode name="chevron3" styleLbl="alignNode1">
              <dgm:alg type="sp"/>
              <dgm:choose name="Name18">
                <dgm:if name="Name19" func="var" arg="dir" op="equ" val="norm">
                  <dgm:shape xmlns:r="http://schemas.openxmlformats.org/officeDocument/2006/relationships" type="chevron" r:blip="">
                    <dgm:adjLst>
                      <dgm:adj idx="1" val="0.7061"/>
                    </dgm:adjLst>
                  </dgm:shape>
                </dgm:if>
                <dgm:else name="Name20">
                  <dgm:shape xmlns:r="http://schemas.openxmlformats.org/officeDocument/2006/relationships" rot="180" type="chevron" r:blip="">
                    <dgm:adjLst>
                      <dgm:adj idx="1" val="0.7061"/>
                    </dgm:adjLst>
                  </dgm:shape>
                </dgm:else>
              </dgm:choose>
              <dgm:presOf/>
            </dgm:layoutNode>
            <dgm:layoutNode name="chevron4" styleLbl="alignNode1">
              <dgm:alg type="sp"/>
              <dgm:choose name="Name21">
                <dgm:if name="Name22" func="var" arg="dir" op="equ" val="norm">
                  <dgm:shape xmlns:r="http://schemas.openxmlformats.org/officeDocument/2006/relationships" type="chevron" r:blip="">
                    <dgm:adjLst>
                      <dgm:adj idx="1" val="0.7061"/>
                    </dgm:adjLst>
                  </dgm:shape>
                </dgm:if>
                <dgm:else name="Name23">
                  <dgm:shape xmlns:r="http://schemas.openxmlformats.org/officeDocument/2006/relationships" rot="180" type="chevron" r:blip="">
                    <dgm:adjLst>
                      <dgm:adj idx="1" val="0.7061"/>
                    </dgm:adjLst>
                  </dgm:shape>
                </dgm:else>
              </dgm:choose>
              <dgm:presOf/>
            </dgm:layoutNode>
            <dgm:layoutNode name="chevron5" styleLbl="alignNode1">
              <dgm:alg type="sp"/>
              <dgm:choose name="Name24">
                <dgm:if name="Name25" func="var" arg="dir" op="equ" val="norm">
                  <dgm:shape xmlns:r="http://schemas.openxmlformats.org/officeDocument/2006/relationships" type="chevron" r:blip="">
                    <dgm:adjLst>
                      <dgm:adj idx="1" val="0.7061"/>
                    </dgm:adjLst>
                  </dgm:shape>
                </dgm:if>
                <dgm:else name="Name26">
                  <dgm:shape xmlns:r="http://schemas.openxmlformats.org/officeDocument/2006/relationships" rot="180" type="chevron" r:blip="">
                    <dgm:adjLst>
                      <dgm:adj idx="1" val="0.7061"/>
                    </dgm:adjLst>
                  </dgm:shape>
                </dgm:else>
              </dgm:choose>
              <dgm:presOf/>
            </dgm:layoutNode>
            <dgm:layoutNode name="chevron6" styleLbl="alignNode1">
              <dgm:alg type="sp"/>
              <dgm:choose name="Name27">
                <dgm:if name="Name28" func="var" arg="dir" op="equ" val="norm">
                  <dgm:shape xmlns:r="http://schemas.openxmlformats.org/officeDocument/2006/relationships" type="chevron" r:blip="">
                    <dgm:adjLst>
                      <dgm:adj idx="1" val="0.7061"/>
                    </dgm:adjLst>
                  </dgm:shape>
                </dgm:if>
                <dgm:else name="Name29">
                  <dgm:shape xmlns:r="http://schemas.openxmlformats.org/officeDocument/2006/relationships" rot="180" type="chevron" r:blip="">
                    <dgm:adjLst>
                      <dgm:adj idx="1" val="0.7061"/>
                    </dgm:adjLst>
                  </dgm:shape>
                </dgm:else>
              </dgm:choose>
              <dgm:presOf/>
            </dgm:layoutNode>
            <dgm:layoutNode name="chevron7" styleLbl="alignNode1">
              <dgm:alg type="sp"/>
              <dgm:choose name="Name30">
                <dgm:if name="Name31" func="var" arg="dir" op="equ" val="norm">
                  <dgm:shape xmlns:r="http://schemas.openxmlformats.org/officeDocument/2006/relationships" type="chevron" r:blip="">
                    <dgm:adjLst>
                      <dgm:adj idx="1" val="0.7061"/>
                    </dgm:adjLst>
                  </dgm:shape>
                </dgm:if>
                <dgm:else name="Name32">
                  <dgm:shape xmlns:r="http://schemas.openxmlformats.org/officeDocument/2006/relationships" rot="180" type="chevron" r:blip="">
                    <dgm:adjLst>
                      <dgm:adj idx="1" val="0.7061"/>
                    </dgm:adjLst>
                  </dgm:shape>
                </dgm:else>
              </dgm:choose>
              <dgm:presOf/>
            </dgm:layoutNode>
            <dgm:layoutNode name="childtext" styleLbl="solidFgAcc1">
              <dgm:varLst>
                <dgm:chMax/>
                <dgm:chPref val="0"/>
                <dgm:bulletEnabled val="1"/>
              </dgm:varLst>
              <dgm:choose name="Name33">
                <dgm:if name="Name34" func="var" arg="dir" op="equ" val="norm">
                  <dgm:alg type="tx">
                    <dgm:param type="parTxLTRAlign" val="l"/>
                    <dgm:param type="txAnchorVertCh" val="t"/>
                  </dgm:alg>
                </dgm:if>
                <dgm:else name="Name35">
                  <dgm:alg type="tx">
                    <dgm:param type="parTxLTRAlign" val="r"/>
                    <dgm:param type="shpTxLTRAlignCh" val="r"/>
                    <dgm:param type="txAnchorVertCh" val="t"/>
                  </dgm:alg>
                </dgm:else>
              </dgm:choose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lMarg" refType="primFontSz" fact="0.2"/>
                <dgm:constr type="rMarg" refType="primFontSz" fact="0.2"/>
                <dgm:constr type="tMarg" refType="primFontSz" fact="0.2"/>
                <dgm:constr type="bMarg" refType="primFontSz" fact="0.2"/>
              </dgm:constrLst>
              <dgm:ruleLst>
                <dgm:rule type="primFontSz" val="5" fact="NaN" max="NaN"/>
              </dgm:ruleLst>
            </dgm:layoutNode>
          </dgm:layoutNode>
        </dgm:if>
        <dgm:else name="Name36">
          <dgm:layoutNode name="parallelogramComposite">
            <dgm:alg type="composite">
              <dgm:param type="ar" val="50"/>
            </dgm:alg>
            <dgm:shape xmlns:r="http://schemas.openxmlformats.org/officeDocument/2006/relationships" r:blip="">
              <dgm:adjLst/>
            </dgm:shape>
            <dgm:constrLst>
              <dgm:constr type="l" for="ch" forName="parallelogram1" refType="w" fact="0"/>
              <dgm:constr type="t" for="ch" forName="parallelogram1" refType="h" fact="0"/>
              <dgm:constr type="w" for="ch" forName="parallelogram1" refType="w" fact="0.12"/>
              <dgm:constr type="h" for="ch" forName="parallelogram1" refType="h"/>
              <dgm:constr type="l" for="ch" forName="parallelogram2" refType="w" fact="0.127"/>
              <dgm:constr type="t" for="ch" forName="parallelogram2" refType="h" fact="0"/>
              <dgm:constr type="w" for="ch" forName="parallelogram2" refType="w" fact="0.12"/>
              <dgm:constr type="h" for="ch" forName="parallelogram2" refType="h"/>
              <dgm:constr type="l" for="ch" forName="parallelogram3" refType="w" fact="0.254"/>
              <dgm:constr type="t" for="ch" forName="parallelogram3" refType="h" fact="0"/>
              <dgm:constr type="w" for="ch" forName="parallelogram3" refType="w" fact="0.12"/>
              <dgm:constr type="h" for="ch" forName="parallelogram3" refType="h"/>
              <dgm:constr type="l" for="ch" forName="parallelogram4" refType="w" fact="0.381"/>
              <dgm:constr type="t" for="ch" forName="parallelogram4" refType="h" fact="0"/>
              <dgm:constr type="w" for="ch" forName="parallelogram4" refType="w" fact="0.12"/>
              <dgm:constr type="h" for="ch" forName="parallelogram4" refType="h"/>
              <dgm:constr type="l" for="ch" forName="parallelogram5" refType="w" fact="0.508"/>
              <dgm:constr type="t" for="ch" forName="parallelogram5" refType="h" fact="0"/>
              <dgm:constr type="w" for="ch" forName="parallelogram5" refType="w" fact="0.12"/>
              <dgm:constr type="h" for="ch" forName="parallelogram5" refType="h"/>
              <dgm:constr type="l" for="ch" forName="parallelogram6" refType="w" fact="0.635"/>
              <dgm:constr type="t" for="ch" forName="parallelogram6" refType="h" fact="0"/>
              <dgm:constr type="w" for="ch" forName="parallelogram6" refType="w" fact="0.12"/>
              <dgm:constr type="h" for="ch" forName="parallelogram6" refType="h"/>
              <dgm:constr type="l" for="ch" forName="parallelogram7" refType="w" fact="0.762"/>
              <dgm:constr type="t" for="ch" forName="parallelogram7" refType="h" fact="0"/>
              <dgm:constr type="w" for="ch" forName="parallelogram7" refType="w" fact="0.12"/>
              <dgm:constr type="h" for="ch" forName="parallelogram7" refType="h"/>
            </dgm:constrLst>
            <dgm:ruleLst/>
            <dgm:layoutNode name="parallelogram1" styleLbl="alignNode1">
              <dgm:alg type="sp"/>
              <dgm:shape xmlns:r="http://schemas.openxmlformats.org/officeDocument/2006/relationships" type="parallelogram" r:blip="">
                <dgm:adjLst>
                  <dgm:adj idx="1" val="1.4084"/>
                </dgm:adjLst>
              </dgm:shape>
              <dgm:presOf/>
            </dgm:layoutNode>
            <dgm:layoutNode name="parallelogram2" styleLbl="alignNode1">
              <dgm:alg type="sp"/>
              <dgm:shape xmlns:r="http://schemas.openxmlformats.org/officeDocument/2006/relationships" type="parallelogram" r:blip="">
                <dgm:adjLst>
                  <dgm:adj idx="1" val="1.4084"/>
                </dgm:adjLst>
              </dgm:shape>
              <dgm:presOf/>
            </dgm:layoutNode>
            <dgm:layoutNode name="parallelogram3" styleLbl="alignNode1">
              <dgm:alg type="sp"/>
              <dgm:shape xmlns:r="http://schemas.openxmlformats.org/officeDocument/2006/relationships" type="parallelogram" r:blip="">
                <dgm:adjLst>
                  <dgm:adj idx="1" val="1.4084"/>
                </dgm:adjLst>
              </dgm:shape>
              <dgm:presOf/>
            </dgm:layoutNode>
            <dgm:layoutNode name="parallelogram4" styleLbl="alignNode1">
              <dgm:alg type="sp"/>
              <dgm:shape xmlns:r="http://schemas.openxmlformats.org/officeDocument/2006/relationships" type="parallelogram" r:blip="">
                <dgm:adjLst>
                  <dgm:adj idx="1" val="1.4084"/>
                </dgm:adjLst>
              </dgm:shape>
              <dgm:presOf/>
            </dgm:layoutNode>
            <dgm:layoutNode name="parallelogram5" styleLbl="alignNode1">
              <dgm:alg type="sp"/>
              <dgm:shape xmlns:r="http://schemas.openxmlformats.org/officeDocument/2006/relationships" type="parallelogram" r:blip="">
                <dgm:adjLst>
                  <dgm:adj idx="1" val="1.4084"/>
                </dgm:adjLst>
              </dgm:shape>
              <dgm:presOf/>
            </dgm:layoutNode>
            <dgm:layoutNode name="parallelogram6" styleLbl="alignNode1">
              <dgm:alg type="sp"/>
              <dgm:shape xmlns:r="http://schemas.openxmlformats.org/officeDocument/2006/relationships" type="parallelogram" r:blip="">
                <dgm:adjLst>
                  <dgm:adj idx="1" val="1.4084"/>
                </dgm:adjLst>
              </dgm:shape>
              <dgm:presOf/>
            </dgm:layoutNode>
            <dgm:layoutNode name="parallelogram7" styleLbl="alignNode1">
              <dgm:alg type="sp"/>
              <dgm:shape xmlns:r="http://schemas.openxmlformats.org/officeDocument/2006/relationships" type="parallelogram" r:blip="">
                <dgm:adjLst>
                  <dgm:adj idx="1" val="1.4084"/>
                </dgm:adjLst>
              </dgm:shape>
              <dgm:presOf/>
            </dgm:layoutNode>
          </dgm:layoutNode>
        </dgm:else>
      </dgm:choose>
      <dgm:forEach name="sibTransForEach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3d3">
  <dgm:title val=""/>
  <dgm:desc val=""/>
  <dgm:catLst>
    <dgm:cat type="3D" pri="11300"/>
  </dgm:catLst>
  <dgm:scene3d>
    <a:camera prst="orthographicFront"/>
    <a:lightRig rig="threePt" dir="t"/>
  </dgm:scene3d>
  <dgm:styleLbl name="node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clear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182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>
        <a:rot lat="0" lon="0" rev="0"/>
      </a:camera>
      <a:lightRig rig="contrasting" dir="t">
        <a:rot lat="0" lon="0" rev="1200000"/>
      </a:lightRig>
    </dgm:scene3d>
    <dgm:sp3d z="10000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>
        <a:rot lat="0" lon="0" rev="0"/>
      </a:camera>
      <a:lightRig rig="contrasting" dir="t">
        <a:rot lat="0" lon="0" rev="1200000"/>
      </a:lightRig>
    </dgm:scene3d>
    <dgm:sp3d z="-300000" prstMaterial="plastic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00800" h="1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>
        <a:rot lat="0" lon="0" rev="0"/>
      </a:camera>
      <a:lightRig rig="contrasting" dir="t">
        <a:rot lat="0" lon="0" rev="1200000"/>
      </a:lightRig>
    </dgm:scene3d>
    <dgm:sp3d z="-1524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3d3">
  <dgm:title val=""/>
  <dgm:desc val=""/>
  <dgm:catLst>
    <dgm:cat type="3D" pri="11300"/>
  </dgm:catLst>
  <dgm:scene3d>
    <a:camera prst="orthographicFront"/>
    <a:lightRig rig="threePt" dir="t"/>
  </dgm:scene3d>
  <dgm:styleLbl name="node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clear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182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>
        <a:rot lat="0" lon="0" rev="0"/>
      </a:camera>
      <a:lightRig rig="contrasting" dir="t">
        <a:rot lat="0" lon="0" rev="1200000"/>
      </a:lightRig>
    </dgm:scene3d>
    <dgm:sp3d z="10000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>
        <a:rot lat="0" lon="0" rev="0"/>
      </a:camera>
      <a:lightRig rig="contrasting" dir="t">
        <a:rot lat="0" lon="0" rev="1200000"/>
      </a:lightRig>
    </dgm:scene3d>
    <dgm:sp3d z="-300000" prstMaterial="plastic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00800" h="1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>
        <a:rot lat="0" lon="0" rev="0"/>
      </a:camera>
      <a:lightRig rig="contrasting" dir="t">
        <a:rot lat="0" lon="0" rev="1200000"/>
      </a:lightRig>
    </dgm:scene3d>
    <dgm:sp3d z="-1524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9/2/quickstyle/3d8">
  <dgm:title val=""/>
  <dgm:desc val=""/>
  <dgm:catLst>
    <dgm:cat type="3D" pri="11800"/>
  </dgm:catLst>
  <dgm:scene3d>
    <a:camera prst="perspectiveHeroicExtremeRightFacing" zoom="82000">
      <a:rot lat="21300000" lon="20400000" rev="180000"/>
    </a:camera>
    <a:lightRig rig="morning" dir="t">
      <a:rot lat="0" lon="0" rev="20400000"/>
    </a:lightRig>
  </dgm:scene3d>
  <dgm:styleLbl name="node0">
    <dgm:scene3d>
      <a:camera prst="orthographicFront"/>
      <a:lightRig rig="threePt" dir="t"/>
    </dgm:scene3d>
    <dgm:sp3d extrusionH="190500" prstMaterial="matte">
      <a:bevelT w="120650" h="38100" prst="relaxedInset"/>
      <a:bevelB w="120650" h="571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 extrusionH="190500" prstMaterial="matte">
      <a:bevelT w="120650" h="38100" prst="relaxedInset"/>
      <a:bevelB w="120650" h="571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 extrusionH="190500" prstMaterial="matte">
      <a:bevelT w="120650" h="38100" prst="relaxedInset"/>
      <a:bevelB w="120650" h="571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 extrusionH="190500" prstMaterial="matte">
      <a:bevelT w="120650" h="38100" prst="relaxedInset"/>
      <a:bevelB w="120650" h="571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 extrusionH="190500" prstMaterial="matte">
      <a:bevelT w="120650" h="38100" prst="relaxedInset"/>
      <a:bevelB w="120650" h="571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 extrusionH="190500" prstMaterial="matte">
      <a:bevelT w="120650" h="38100" prst="relaxedInset"/>
      <a:bevelB w="120650" h="571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 extrusionH="190500" prstMaterial="matte">
      <a:bevelT w="120650" h="38100" prst="relaxedInset"/>
      <a:bevelB w="120650" h="571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 extrusionH="190500" prstMaterial="matte">
      <a:bevelT w="120650" h="38100" prst="relaxedInset"/>
      <a:bevelB w="120650" h="571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 z="-30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 z="-600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 z="635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 z="-1520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 extrusionH="190500" prstMaterial="matte">
      <a:bevelT w="120650" h="38100" prst="relaxedInset"/>
      <a:bevelB w="120650" h="571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 extrusionH="190500" prstMaterial="matte">
      <a:bevelT w="120650" h="38100" prst="relaxedInset"/>
      <a:bevelB w="120650" h="571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 extrusionH="190500" prstMaterial="matte">
      <a:bevelT w="120650" h="38100" prst="relaxedInset"/>
      <a:bevelB w="120650" h="571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 extrusionH="190500" prstMaterial="matte">
      <a:bevelT w="120650" h="38100" prst="relaxedInset"/>
      <a:bevelB w="120650" h="571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 z="60000" prstMaterial="flat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 z="60000" prstMaterial="flat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 z="-152400" extrusionH="63500" prstMaterial="matte">
      <a:bevelT w="4445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 extrusionH="190500" prstMaterial="matte">
      <a:bevelT w="120650" h="38100" prst="relaxedInset"/>
      <a:bevelB w="120650" h="571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 extrusionH="190500" prstMaterial="matte">
      <a:bevelT w="120650" h="38100"/>
      <a:bevelB w="120650" h="571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 z="-152400" extrusionH="63500" prstMaterial="matte">
      <a:bevelT w="4445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 extrusionH="190500" prstMaterial="matte">
      <a:bevelT w="120650" h="38100" prst="relaxedInset"/>
      <a:bevelB w="120650" h="571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 z="-152400" extrusionH="63500" prstMaterial="matte">
      <a:bevelT w="4445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 extrusionH="190500" prstMaterial="matte">
      <a:bevelT w="120650" h="38100" prst="relaxedInset"/>
      <a:bevelB w="120650" h="571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 z="-152400" extrusionH="63500" prstMaterial="matte">
      <a:bevelT w="4445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 z="-152400" extrusionH="63500" prstMaterial="matte">
      <a:bevelT w="4445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 extrusionH="190500" prstMaterial="matte">
      <a:bevelT w="120650" h="38100" prst="relaxedInset"/>
      <a:bevelB w="120650" h="571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trBgShp">
    <dgm:scene3d>
      <a:camera prst="orthographicFront"/>
      <a:lightRig rig="threePt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FDE2F9E-05B5-4CF5-98D8-F15059AA181D}" type="datetimeFigureOut">
              <a:rPr lang="es-ES" smtClean="0"/>
              <a:t>14/04/2025</a:t>
            </a:fld>
            <a:endParaRPr lang="es-E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B30688A-7AAD-4DF0-817B-8C1EA662AE79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7147827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30688A-7AAD-4DF0-817B-8C1EA662AE79}" type="slidenum">
              <a:rPr lang="es-ES" smtClean="0"/>
              <a:t>1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86476734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87E4A5-C919-D1E4-28D8-AD4D90C760B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F02315C-CF2B-F2F6-51E1-D0B8F536613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s-E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D70DE24-E2AF-9DE6-7AF0-918B6A4AC5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F9E3A1-8773-4405-A898-0E5137DFE34F}" type="datetimeFigureOut">
              <a:rPr lang="es-ES" smtClean="0"/>
              <a:t>14/04/2025</a:t>
            </a:fld>
            <a:endParaRPr lang="es-E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86D145-5310-2D79-AA96-870F200398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F9A326-722E-77E7-767F-3809D4B426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4EB527-A50A-4302-9394-4A89A0BC7F99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4806674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13A1AA-7A22-ECB6-368A-A9AEC21ACC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D47E49-1E1C-E8C6-AE38-353A2F92D6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7FA8BE-A97A-0C62-6B73-C8200BF91D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F9E3A1-8773-4405-A898-0E5137DFE34F}" type="datetimeFigureOut">
              <a:rPr lang="es-ES" smtClean="0"/>
              <a:t>14/04/2025</a:t>
            </a:fld>
            <a:endParaRPr lang="es-E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70C97B-35EB-BF07-FCAE-1F3CE9DED3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8A8F29-06FD-23E5-93D3-60CB94E80A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4EB527-A50A-4302-9394-4A89A0BC7F99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5863573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5C9B3A-03AD-7DE1-EF90-EFA1EA14F2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986951E-5C84-CD47-319B-21BC670BB3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EB4279-EFCF-2894-5922-CA12980A43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F9E3A1-8773-4405-A898-0E5137DFE34F}" type="datetimeFigureOut">
              <a:rPr lang="es-ES" smtClean="0"/>
              <a:t>14/04/2025</a:t>
            </a:fld>
            <a:endParaRPr lang="es-E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92B54D-71AB-C8CA-B26E-EE37CB3AAB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32CB87-834B-8016-0A47-1857DE6A2F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4EB527-A50A-4302-9394-4A89A0BC7F99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6854525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7AB278-922B-48EF-82F4-29B0830505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0DDCA9-C4CF-61C2-8BE6-25E51F793CD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E065E79-37E7-5B22-C13D-1EA3EA14026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AE97298-4A93-0517-766E-6E7BF96692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F9E3A1-8773-4405-A898-0E5137DFE34F}" type="datetimeFigureOut">
              <a:rPr lang="es-ES" smtClean="0"/>
              <a:t>14/04/2025</a:t>
            </a:fld>
            <a:endParaRPr lang="es-E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44D38BC-F1BC-3889-622D-C5887C112A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9755623-349B-6999-8CED-55092C2AE8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4EB527-A50A-4302-9394-4A89A0BC7F99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7157425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AF8BE7-A2E4-49FC-847D-298265B0F4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73B436E-D47B-1DAE-EAD7-AD444AEAA97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4E5DF9A-0760-8051-27B2-C01AAB6036D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C9504B9-3ACA-AF83-D563-5BB90688EFA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4C35DC1-50F5-9843-8020-319DDE7A574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18B59E4-5CC1-DFD2-B0C6-AFEB990D24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F9E3A1-8773-4405-A898-0E5137DFE34F}" type="datetimeFigureOut">
              <a:rPr lang="es-ES" smtClean="0"/>
              <a:t>14/04/2025</a:t>
            </a:fld>
            <a:endParaRPr lang="es-E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629FEB3-4960-C80C-1E2E-EBBEF1BF05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E2FC7FF-6163-9037-27D4-6C98857EEC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4EB527-A50A-4302-9394-4A89A0BC7F99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4180805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54E7A3-B52E-1736-7436-F8CFF124ED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FAE3AC0-7011-6BCD-F3FD-95D6A38053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F9E3A1-8773-4405-A898-0E5137DFE34F}" type="datetimeFigureOut">
              <a:rPr lang="es-ES" smtClean="0"/>
              <a:t>14/04/2025</a:t>
            </a:fld>
            <a:endParaRPr lang="es-E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8229985-8BF4-8CFC-2272-48A07B4AE7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8DE0C40-7451-A8D8-2CC4-8E47D0FA52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4EB527-A50A-4302-9394-4A89A0BC7F99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8280910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7EF85EF-AFDE-0EB8-FE72-9FFCC20710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F9E3A1-8773-4405-A898-0E5137DFE34F}" type="datetimeFigureOut">
              <a:rPr lang="es-ES" smtClean="0"/>
              <a:t>14/04/2025</a:t>
            </a:fld>
            <a:endParaRPr lang="es-E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A8CD081-4317-4052-3319-9CB89DB865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9A7B20B-124B-0DB8-3089-9797D3E53C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4EB527-A50A-4302-9394-4A89A0BC7F99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2462528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165EE1-032B-81FB-8D89-D6AE6C2EB8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E9AAA2-B827-584A-C099-4590BEA5B1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398D633-89A1-658E-014E-9C08BD89A66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34A7812-CEAF-49C7-4B74-4CC4B558A9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F9E3A1-8773-4405-A898-0E5137DFE34F}" type="datetimeFigureOut">
              <a:rPr lang="es-ES" smtClean="0"/>
              <a:t>14/04/2025</a:t>
            </a:fld>
            <a:endParaRPr lang="es-E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61E3D3B-ED98-2A8E-3BDF-34D0D66D9B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7CD42B7-D305-0FE0-1AE3-B2BF35D015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4EB527-A50A-4302-9394-4A89A0BC7F99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2127131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30F812-A47E-A767-6E9F-1FFA34169C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BE2DD9F-FE48-AA2C-53BD-B2C5A44191A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B55048D-A120-F6C8-CED3-19CC8C7D793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18909C7-2DB2-F229-163D-2316296B74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F9E3A1-8773-4405-A898-0E5137DFE34F}" type="datetimeFigureOut">
              <a:rPr lang="es-ES" smtClean="0"/>
              <a:t>14/04/2025</a:t>
            </a:fld>
            <a:endParaRPr lang="es-E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69ED74D-269C-95BA-FE86-4688F09FD0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7C7435B-134A-6DC9-3466-A6ED66548F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4EB527-A50A-4302-9394-4A89A0BC7F99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9893512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7C6028-E07C-4832-FDC7-E78ED096D6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5BA0ED2-BF1B-54EA-FE59-FA2889D06E1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9211B8-0C5F-73EA-4B39-726BA318F5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F9E3A1-8773-4405-A898-0E5137DFE34F}" type="datetimeFigureOut">
              <a:rPr lang="es-ES" smtClean="0"/>
              <a:t>14/04/2025</a:t>
            </a:fld>
            <a:endParaRPr lang="es-E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32A98D-E2FF-CCE2-2B4D-9D468FA2F0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D86770-6A1B-1B2A-E3C9-B77F5CFA69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4EB527-A50A-4302-9394-4A89A0BC7F99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0993547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D2274E6-DA82-75FE-066F-E3257251F1F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4D8FD8B-8091-E91B-972F-962B4845EE8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00DDF95-D399-A87B-50A4-C2FEFF0E6F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F9E3A1-8773-4405-A898-0E5137DFE34F}" type="datetimeFigureOut">
              <a:rPr lang="es-ES" smtClean="0"/>
              <a:t>14/04/2025</a:t>
            </a:fld>
            <a:endParaRPr lang="es-E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38AACC-0F99-D412-6F77-EBF300188A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8EB720-B588-D7B1-EA1A-FBE50FB1DF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4EB527-A50A-4302-9394-4A89A0BC7F99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7710116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F696D90-D1AD-9FDC-026F-3AE548A4FD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85C79F5-A8F6-D369-A868-A60A052293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85F116-7A8E-C3D3-4519-A101559709D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6F9E3A1-8773-4405-A898-0E5137DFE34F}" type="datetimeFigureOut">
              <a:rPr lang="es-ES" smtClean="0"/>
              <a:t>14/04/2025</a:t>
            </a:fld>
            <a:endParaRPr lang="es-E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C66E81-BC54-DDA5-0F5F-3E688D154DC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77CE60-0121-E12E-DBC3-4F41E9104F7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64EB527-A50A-4302-9394-4A89A0BC7F99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0959545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tmp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tmp"/><Relationship Id="rId4" Type="http://schemas.openxmlformats.org/officeDocument/2006/relationships/image" Target="../media/image2.tmp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4.tmp"/><Relationship Id="rId1" Type="http://schemas.openxmlformats.org/officeDocument/2006/relationships/slideLayout" Target="../slideLayouts/slideLayout1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.xml.rels><?xml version="1.0" encoding="UTF-8" standalone="yes"?>
<Relationships xmlns="http://schemas.openxmlformats.org/package/2006/relationships"><Relationship Id="rId8" Type="http://schemas.microsoft.com/office/2007/relationships/diagramDrawing" Target="../diagrams/drawing2.xml"/><Relationship Id="rId3" Type="http://schemas.openxmlformats.org/officeDocument/2006/relationships/image" Target="../media/image5.jpeg"/><Relationship Id="rId7" Type="http://schemas.openxmlformats.org/officeDocument/2006/relationships/diagramColors" Target="../diagrams/colors2.xml"/><Relationship Id="rId2" Type="http://schemas.openxmlformats.org/officeDocument/2006/relationships/image" Target="../media/image4.tmp"/><Relationship Id="rId1" Type="http://schemas.openxmlformats.org/officeDocument/2006/relationships/slideLayout" Target="../slideLayouts/slideLayout1.xml"/><Relationship Id="rId6" Type="http://schemas.openxmlformats.org/officeDocument/2006/relationships/diagramQuickStyle" Target="../diagrams/quickStyle2.xml"/><Relationship Id="rId5" Type="http://schemas.openxmlformats.org/officeDocument/2006/relationships/diagramLayout" Target="../diagrams/layout2.xml"/><Relationship Id="rId4" Type="http://schemas.openxmlformats.org/officeDocument/2006/relationships/diagramData" Target="../diagrams/data2.xml"/></Relationships>
</file>

<file path=ppt/slides/_rels/slide4.xml.rels><?xml version="1.0" encoding="UTF-8" standalone="yes"?>
<Relationships xmlns="http://schemas.openxmlformats.org/package/2006/relationships"><Relationship Id="rId8" Type="http://schemas.microsoft.com/office/2007/relationships/diagramDrawing" Target="../diagrams/drawing3.xml"/><Relationship Id="rId3" Type="http://schemas.openxmlformats.org/officeDocument/2006/relationships/image" Target="../media/image6.tmp"/><Relationship Id="rId7" Type="http://schemas.openxmlformats.org/officeDocument/2006/relationships/diagramColors" Target="../diagrams/colors3.xml"/><Relationship Id="rId2" Type="http://schemas.openxmlformats.org/officeDocument/2006/relationships/image" Target="../media/image4.tmp"/><Relationship Id="rId1" Type="http://schemas.openxmlformats.org/officeDocument/2006/relationships/slideLayout" Target="../slideLayouts/slideLayout1.xml"/><Relationship Id="rId6" Type="http://schemas.openxmlformats.org/officeDocument/2006/relationships/diagramQuickStyle" Target="../diagrams/quickStyle3.xml"/><Relationship Id="rId5" Type="http://schemas.openxmlformats.org/officeDocument/2006/relationships/diagramLayout" Target="../diagrams/layout3.xml"/><Relationship Id="rId4" Type="http://schemas.openxmlformats.org/officeDocument/2006/relationships/diagramData" Target="../diagrams/data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F8D123B-3157-CE5E-3416-8DFA1FAFACF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2189" y="3379465"/>
            <a:ext cx="7621" cy="99069"/>
          </a:xfrm>
          <a:prstGeom prst="rect">
            <a:avLst/>
          </a:prstGeom>
        </p:spPr>
      </p:pic>
      <p:pic>
        <p:nvPicPr>
          <p:cNvPr id="7" name="Picture 6" descr="A blue background with white text&#10;&#10;AI-generated content may be incorrect.">
            <a:extLst>
              <a:ext uri="{FF2B5EF4-FFF2-40B4-BE49-F238E27FC236}">
                <a16:creationId xmlns:a16="http://schemas.microsoft.com/office/drawing/2014/main" id="{AE888D14-87A0-DFAD-9364-E45EB9EABE0D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929120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D94F6046-2F6B-15F1-1710-B119467261B6}"/>
              </a:ext>
            </a:extLst>
          </p:cNvPr>
          <p:cNvSpPr txBox="1">
            <a:spLocks/>
          </p:cNvSpPr>
          <p:nvPr/>
        </p:nvSpPr>
        <p:spPr>
          <a:xfrm>
            <a:off x="2151105" y="44999"/>
            <a:ext cx="9072877" cy="2090221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rtlCol="0" anchor="b" anchorCtr="0" compatLnSpc="1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4000" dirty="0">
                <a:gradFill>
                  <a:gsLst>
                    <a:gs pos="49000">
                      <a:srgbClr val="FFC000"/>
                    </a:gs>
                    <a:gs pos="70000">
                      <a:schemeClr val="accent1">
                        <a:lumMod val="45000"/>
                        <a:lumOff val="55000"/>
                      </a:schemeClr>
                    </a:gs>
                    <a:gs pos="0">
                      <a:schemeClr val="accent1">
                        <a:lumMod val="45000"/>
                        <a:lumOff val="55000"/>
                      </a:schemeClr>
                    </a:gs>
                    <a:gs pos="28000">
                      <a:schemeClr val="accent1">
                        <a:lumMod val="30000"/>
                        <a:lumOff val="70000"/>
                      </a:schemeClr>
                    </a:gs>
                  </a:gsLst>
                  <a:lin ang="5400000" scaled="1"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Phishing Detection Extension </a:t>
            </a:r>
            <a:br>
              <a:rPr lang="en-US" sz="4000" dirty="0">
                <a:gradFill>
                  <a:gsLst>
                    <a:gs pos="49000">
                      <a:srgbClr val="FFC000"/>
                    </a:gs>
                    <a:gs pos="70000">
                      <a:schemeClr val="accent1">
                        <a:lumMod val="45000"/>
                        <a:lumOff val="55000"/>
                      </a:schemeClr>
                    </a:gs>
                    <a:gs pos="0">
                      <a:schemeClr val="accent1">
                        <a:lumMod val="45000"/>
                        <a:lumOff val="55000"/>
                      </a:schemeClr>
                    </a:gs>
                    <a:gs pos="28000">
                      <a:schemeClr val="accent1">
                        <a:lumMod val="30000"/>
                        <a:lumOff val="70000"/>
                      </a:schemeClr>
                    </a:gs>
                  </a:gsLst>
                  <a:lin ang="5400000" scaled="1"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US" sz="4000" dirty="0">
                <a:gradFill>
                  <a:gsLst>
                    <a:gs pos="49000">
                      <a:srgbClr val="FFC000"/>
                    </a:gs>
                    <a:gs pos="70000">
                      <a:schemeClr val="accent1">
                        <a:lumMod val="45000"/>
                        <a:lumOff val="55000"/>
                      </a:schemeClr>
                    </a:gs>
                    <a:gs pos="0">
                      <a:schemeClr val="accent1">
                        <a:lumMod val="45000"/>
                        <a:lumOff val="55000"/>
                      </a:schemeClr>
                    </a:gs>
                    <a:gs pos="28000">
                      <a:schemeClr val="accent1">
                        <a:lumMod val="30000"/>
                        <a:lumOff val="70000"/>
                      </a:schemeClr>
                    </a:gs>
                  </a:gsLst>
                  <a:lin ang="5400000" scaled="1"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Proof of Concept</a:t>
            </a:r>
            <a:br>
              <a:rPr lang="en-US" dirty="0"/>
            </a:br>
            <a:endParaRPr lang="es-ES" dirty="0"/>
          </a:p>
        </p:txBody>
      </p:sp>
      <p:pic>
        <p:nvPicPr>
          <p:cNvPr id="9" name="Picture 8" descr="A keyboard with a red key&#10;&#10;AI-generated content may be incorrect.">
            <a:extLst>
              <a:ext uri="{FF2B5EF4-FFF2-40B4-BE49-F238E27FC236}">
                <a16:creationId xmlns:a16="http://schemas.microsoft.com/office/drawing/2014/main" id="{3393B592-1F16-67CA-9F91-EBD77C57594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0513541">
            <a:off x="2526255" y="2620975"/>
            <a:ext cx="3542860" cy="3282063"/>
          </a:xfrm>
          <a:prstGeom prst="rect">
            <a:avLst/>
          </a:prstGeom>
          <a:noFill/>
          <a:ln cap="flat">
            <a:noFill/>
          </a:ln>
          <a:scene3d>
            <a:camera prst="orthographicFront"/>
            <a:lightRig rig="threePt" dir="t"/>
          </a:scene3d>
          <a:sp3d>
            <a:bevelT/>
          </a:sp3d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B706FCA5-1D6F-75E8-E28E-9F3302832CA1}"/>
              </a:ext>
            </a:extLst>
          </p:cNvPr>
          <p:cNvSpPr txBox="1"/>
          <p:nvPr/>
        </p:nvSpPr>
        <p:spPr>
          <a:xfrm>
            <a:off x="6226149" y="1939817"/>
            <a:ext cx="420624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bg1"/>
                </a:solidFill>
              </a:rPr>
              <a:t>CIS – 4951 Capstone II</a:t>
            </a:r>
          </a:p>
          <a:p>
            <a:r>
              <a:rPr lang="en-US" sz="2000" dirty="0">
                <a:solidFill>
                  <a:schemeClr val="bg1"/>
                </a:solidFill>
              </a:rPr>
              <a:t>Professor: Dr. Sadjadi</a:t>
            </a:r>
            <a:endParaRPr lang="es-ES" sz="2000" dirty="0">
              <a:solidFill>
                <a:schemeClr val="bg1"/>
              </a:solidFill>
            </a:endParaRPr>
          </a:p>
        </p:txBody>
      </p:sp>
      <p:grpSp>
        <p:nvGrpSpPr>
          <p:cNvPr id="32" name="TextBox 7">
            <a:extLst>
              <a:ext uri="{FF2B5EF4-FFF2-40B4-BE49-F238E27FC236}">
                <a16:creationId xmlns:a16="http://schemas.microsoft.com/office/drawing/2014/main" id="{E8BDADE7-6048-9150-97F1-EDBB93542187}"/>
              </a:ext>
            </a:extLst>
          </p:cNvPr>
          <p:cNvGrpSpPr/>
          <p:nvPr/>
        </p:nvGrpSpPr>
        <p:grpSpPr>
          <a:xfrm>
            <a:off x="7898716" y="3109545"/>
            <a:ext cx="3212497" cy="2303885"/>
            <a:chOff x="8010226" y="2908825"/>
            <a:chExt cx="3212497" cy="2303885"/>
          </a:xfrm>
        </p:grpSpPr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AFA60CF9-4E2E-CEF7-9F96-23C3F3FE0981}"/>
                </a:ext>
              </a:extLst>
            </p:cNvPr>
            <p:cNvSpPr/>
            <p:nvPr/>
          </p:nvSpPr>
          <p:spPr>
            <a:xfrm>
              <a:off x="8010226" y="2908825"/>
              <a:ext cx="3212497" cy="0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ss"/>
                <a:gd name="f6" fmla="val 0"/>
                <a:gd name="f7" fmla="+- 0 0 -180"/>
                <a:gd name="f8" fmla="+- 0 0 -360"/>
                <a:gd name="f9" fmla="abs f3"/>
                <a:gd name="f10" fmla="abs f4"/>
                <a:gd name="f11" fmla="abs f5"/>
                <a:gd name="f12" fmla="val f6"/>
                <a:gd name="f13" fmla="*/ f7 f0 1"/>
                <a:gd name="f14" fmla="*/ f8 f0 1"/>
                <a:gd name="f15" fmla="?: f9 f3 1"/>
                <a:gd name="f16" fmla="?: f10 f4 1"/>
                <a:gd name="f17" fmla="?: f11 f5 1"/>
                <a:gd name="f18" fmla="*/ f13 1 f2"/>
                <a:gd name="f19" fmla="*/ f14 1 f2"/>
                <a:gd name="f20" fmla="*/ f15 1 21600"/>
                <a:gd name="f21" fmla="*/ f16 1 21600"/>
                <a:gd name="f22" fmla="*/ 21600 f15 1"/>
                <a:gd name="f23" fmla="*/ 21600 f16 1"/>
                <a:gd name="f24" fmla="+- f18 0 f1"/>
                <a:gd name="f25" fmla="+- f19 0 f1"/>
                <a:gd name="f26" fmla="min f21 f20"/>
                <a:gd name="f27" fmla="*/ f22 1 f17"/>
                <a:gd name="f28" fmla="*/ f23 1 f17"/>
                <a:gd name="f29" fmla="val f27"/>
                <a:gd name="f30" fmla="val f28"/>
                <a:gd name="f31" fmla="*/ f6 f26 1"/>
                <a:gd name="f32" fmla="*/ f27 f26 1"/>
                <a:gd name="f33" fmla="*/ f28 f26 1"/>
                <a:gd name="f34" fmla="*/ f12 f26 1"/>
                <a:gd name="f35" fmla="*/ f29 f26 1"/>
                <a:gd name="f36" fmla="*/ f30 f26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24">
                  <a:pos x="f34" y="f34"/>
                </a:cxn>
                <a:cxn ang="f25">
                  <a:pos x="f35" y="f36"/>
                </a:cxn>
              </a:cxnLst>
              <a:rect l="f31" t="f31" r="f32" b="f33"/>
              <a:pathLst>
                <a:path>
                  <a:moveTo>
                    <a:pt x="f34" y="f34"/>
                  </a:moveTo>
                  <a:lnTo>
                    <a:pt x="f35" y="f36"/>
                  </a:lnTo>
                </a:path>
              </a:pathLst>
            </a:custGeom>
            <a:noFill/>
            <a:ln w="12701" cap="flat">
              <a:noFill/>
              <a:prstDash val="solid"/>
              <a:miter/>
            </a:ln>
          </p:spPr>
          <p:txBody>
            <a:bodyPr lIns="0" tIns="0" rIns="0" bIns="0"/>
            <a:lstStyle/>
            <a:p>
              <a:endParaRPr lang="es-ES">
                <a:solidFill>
                  <a:schemeClr val="bg1"/>
                </a:solidFill>
              </a:endParaRPr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C7BA7991-3E80-60C2-F798-7F79F73926B9}"/>
                </a:ext>
              </a:extLst>
            </p:cNvPr>
            <p:cNvSpPr/>
            <p:nvPr/>
          </p:nvSpPr>
          <p:spPr>
            <a:xfrm>
              <a:off x="8010226" y="2908825"/>
              <a:ext cx="3212497" cy="460775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3212502"/>
                <a:gd name="f7" fmla="val 460777"/>
                <a:gd name="f8" fmla="+- 0 0 -90"/>
                <a:gd name="f9" fmla="*/ f3 1 3212502"/>
                <a:gd name="f10" fmla="*/ f4 1 460777"/>
                <a:gd name="f11" fmla="val f5"/>
                <a:gd name="f12" fmla="val f6"/>
                <a:gd name="f13" fmla="val f7"/>
                <a:gd name="f14" fmla="*/ f8 f0 1"/>
                <a:gd name="f15" fmla="+- f13 0 f11"/>
                <a:gd name="f16" fmla="+- f12 0 f11"/>
                <a:gd name="f17" fmla="*/ f14 1 f2"/>
                <a:gd name="f18" fmla="*/ f16 1 3212502"/>
                <a:gd name="f19" fmla="*/ f15 1 460777"/>
                <a:gd name="f20" fmla="*/ 0 f16 1"/>
                <a:gd name="f21" fmla="*/ 0 f15 1"/>
                <a:gd name="f22" fmla="*/ 3212502 f16 1"/>
                <a:gd name="f23" fmla="*/ 460777 f15 1"/>
                <a:gd name="f24" fmla="+- f17 0 f1"/>
                <a:gd name="f25" fmla="*/ f20 1 3212502"/>
                <a:gd name="f26" fmla="*/ f21 1 460777"/>
                <a:gd name="f27" fmla="*/ f22 1 3212502"/>
                <a:gd name="f28" fmla="*/ f23 1 460777"/>
                <a:gd name="f29" fmla="*/ f11 1 f18"/>
                <a:gd name="f30" fmla="*/ f12 1 f18"/>
                <a:gd name="f31" fmla="*/ f11 1 f19"/>
                <a:gd name="f32" fmla="*/ f13 1 f19"/>
                <a:gd name="f33" fmla="*/ f25 1 f18"/>
                <a:gd name="f34" fmla="*/ f26 1 f19"/>
                <a:gd name="f35" fmla="*/ f27 1 f18"/>
                <a:gd name="f36" fmla="*/ f28 1 f19"/>
                <a:gd name="f37" fmla="*/ f29 f9 1"/>
                <a:gd name="f38" fmla="*/ f30 f9 1"/>
                <a:gd name="f39" fmla="*/ f32 f10 1"/>
                <a:gd name="f40" fmla="*/ f31 f10 1"/>
                <a:gd name="f41" fmla="*/ f33 f9 1"/>
                <a:gd name="f42" fmla="*/ f34 f10 1"/>
                <a:gd name="f43" fmla="*/ f35 f9 1"/>
                <a:gd name="f44" fmla="*/ f36 f10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24">
                  <a:pos x="f41" y="f42"/>
                </a:cxn>
                <a:cxn ang="f24">
                  <a:pos x="f43" y="f42"/>
                </a:cxn>
                <a:cxn ang="f24">
                  <a:pos x="f43" y="f44"/>
                </a:cxn>
                <a:cxn ang="f24">
                  <a:pos x="f41" y="f44"/>
                </a:cxn>
                <a:cxn ang="f24">
                  <a:pos x="f41" y="f42"/>
                </a:cxn>
              </a:cxnLst>
              <a:rect l="f37" t="f40" r="f38" b="f39"/>
              <a:pathLst>
                <a:path w="3212502" h="460777">
                  <a:moveTo>
                    <a:pt x="f5" y="f5"/>
                  </a:moveTo>
                  <a:lnTo>
                    <a:pt x="f6" y="f5"/>
                  </a:lnTo>
                  <a:lnTo>
                    <a:pt x="f6" y="f7"/>
                  </a:lnTo>
                  <a:lnTo>
                    <a:pt x="f5" y="f7"/>
                  </a:lnTo>
                  <a:lnTo>
                    <a:pt x="f5" y="f5"/>
                  </a:lnTo>
                  <a:close/>
                </a:path>
              </a:pathLst>
            </a:custGeom>
            <a:noFill/>
            <a:ln cap="flat">
              <a:noFill/>
              <a:prstDash val="solid"/>
            </a:ln>
          </p:spPr>
          <p:txBody>
            <a:bodyPr vert="horz" wrap="square" lIns="80010" tIns="80010" rIns="80010" bIns="80010" anchor="t" anchorCtr="0" compatLnSpc="1">
              <a:noAutofit/>
            </a:bodyPr>
            <a:lstStyle/>
            <a:p>
              <a:pPr marL="0" marR="0" lvl="0" indent="0" algn="l" defTabSz="933446" rtl="0" fontAlgn="auto" hangingPunct="1">
                <a:lnSpc>
                  <a:spcPct val="90000"/>
                </a:lnSpc>
                <a:spcBef>
                  <a:spcPts val="0"/>
                </a:spcBef>
                <a:spcAft>
                  <a:spcPts val="90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r>
                <a:rPr lang="en-US" sz="2000" b="0" i="0" u="none" strike="noStrike" kern="1200" cap="none" spc="0" baseline="0" dirty="0">
                  <a:solidFill>
                    <a:schemeClr val="bg1"/>
                  </a:solidFill>
                  <a:uFillTx/>
                  <a:latin typeface="Aptos"/>
                </a:rPr>
                <a:t>Ezekiel Garcia</a:t>
              </a:r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C5D70992-3CB6-2CDB-79AD-8C3A821F116D}"/>
                </a:ext>
              </a:extLst>
            </p:cNvPr>
            <p:cNvSpPr/>
            <p:nvPr/>
          </p:nvSpPr>
          <p:spPr>
            <a:xfrm>
              <a:off x="8010226" y="3369600"/>
              <a:ext cx="3212497" cy="0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ss"/>
                <a:gd name="f6" fmla="val 0"/>
                <a:gd name="f7" fmla="+- 0 0 -180"/>
                <a:gd name="f8" fmla="+- 0 0 -360"/>
                <a:gd name="f9" fmla="abs f3"/>
                <a:gd name="f10" fmla="abs f4"/>
                <a:gd name="f11" fmla="abs f5"/>
                <a:gd name="f12" fmla="val f6"/>
                <a:gd name="f13" fmla="*/ f7 f0 1"/>
                <a:gd name="f14" fmla="*/ f8 f0 1"/>
                <a:gd name="f15" fmla="?: f9 f3 1"/>
                <a:gd name="f16" fmla="?: f10 f4 1"/>
                <a:gd name="f17" fmla="?: f11 f5 1"/>
                <a:gd name="f18" fmla="*/ f13 1 f2"/>
                <a:gd name="f19" fmla="*/ f14 1 f2"/>
                <a:gd name="f20" fmla="*/ f15 1 21600"/>
                <a:gd name="f21" fmla="*/ f16 1 21600"/>
                <a:gd name="f22" fmla="*/ 21600 f15 1"/>
                <a:gd name="f23" fmla="*/ 21600 f16 1"/>
                <a:gd name="f24" fmla="+- f18 0 f1"/>
                <a:gd name="f25" fmla="+- f19 0 f1"/>
                <a:gd name="f26" fmla="min f21 f20"/>
                <a:gd name="f27" fmla="*/ f22 1 f17"/>
                <a:gd name="f28" fmla="*/ f23 1 f17"/>
                <a:gd name="f29" fmla="val f27"/>
                <a:gd name="f30" fmla="val f28"/>
                <a:gd name="f31" fmla="*/ f6 f26 1"/>
                <a:gd name="f32" fmla="*/ f27 f26 1"/>
                <a:gd name="f33" fmla="*/ f28 f26 1"/>
                <a:gd name="f34" fmla="*/ f12 f26 1"/>
                <a:gd name="f35" fmla="*/ f29 f26 1"/>
                <a:gd name="f36" fmla="*/ f30 f26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24">
                  <a:pos x="f34" y="f34"/>
                </a:cxn>
                <a:cxn ang="f25">
                  <a:pos x="f35" y="f36"/>
                </a:cxn>
              </a:cxnLst>
              <a:rect l="f31" t="f31" r="f32" b="f33"/>
              <a:pathLst>
                <a:path>
                  <a:moveTo>
                    <a:pt x="f34" y="f34"/>
                  </a:moveTo>
                  <a:lnTo>
                    <a:pt x="f35" y="f36"/>
                  </a:lnTo>
                </a:path>
              </a:pathLst>
            </a:custGeom>
            <a:noFill/>
            <a:ln w="12701" cap="flat">
              <a:noFill/>
              <a:prstDash val="solid"/>
              <a:miter/>
            </a:ln>
          </p:spPr>
          <p:txBody>
            <a:bodyPr lIns="0" tIns="0" rIns="0" bIns="0"/>
            <a:lstStyle/>
            <a:p>
              <a:endParaRPr lang="es-ES">
                <a:solidFill>
                  <a:schemeClr val="bg1"/>
                </a:solidFill>
              </a:endParaRPr>
            </a:p>
          </p:txBody>
        </p:sp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A5FFC105-C9D5-7EEF-AE03-627698E80E12}"/>
                </a:ext>
              </a:extLst>
            </p:cNvPr>
            <p:cNvSpPr/>
            <p:nvPr/>
          </p:nvSpPr>
          <p:spPr>
            <a:xfrm>
              <a:off x="8010226" y="3369600"/>
              <a:ext cx="3212497" cy="460775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3212502"/>
                <a:gd name="f7" fmla="val 460777"/>
                <a:gd name="f8" fmla="+- 0 0 -90"/>
                <a:gd name="f9" fmla="*/ f3 1 3212502"/>
                <a:gd name="f10" fmla="*/ f4 1 460777"/>
                <a:gd name="f11" fmla="val f5"/>
                <a:gd name="f12" fmla="val f6"/>
                <a:gd name="f13" fmla="val f7"/>
                <a:gd name="f14" fmla="*/ f8 f0 1"/>
                <a:gd name="f15" fmla="+- f13 0 f11"/>
                <a:gd name="f16" fmla="+- f12 0 f11"/>
                <a:gd name="f17" fmla="*/ f14 1 f2"/>
                <a:gd name="f18" fmla="*/ f16 1 3212502"/>
                <a:gd name="f19" fmla="*/ f15 1 460777"/>
                <a:gd name="f20" fmla="*/ 0 f16 1"/>
                <a:gd name="f21" fmla="*/ 0 f15 1"/>
                <a:gd name="f22" fmla="*/ 3212502 f16 1"/>
                <a:gd name="f23" fmla="*/ 460777 f15 1"/>
                <a:gd name="f24" fmla="+- f17 0 f1"/>
                <a:gd name="f25" fmla="*/ f20 1 3212502"/>
                <a:gd name="f26" fmla="*/ f21 1 460777"/>
                <a:gd name="f27" fmla="*/ f22 1 3212502"/>
                <a:gd name="f28" fmla="*/ f23 1 460777"/>
                <a:gd name="f29" fmla="*/ f11 1 f18"/>
                <a:gd name="f30" fmla="*/ f12 1 f18"/>
                <a:gd name="f31" fmla="*/ f11 1 f19"/>
                <a:gd name="f32" fmla="*/ f13 1 f19"/>
                <a:gd name="f33" fmla="*/ f25 1 f18"/>
                <a:gd name="f34" fmla="*/ f26 1 f19"/>
                <a:gd name="f35" fmla="*/ f27 1 f18"/>
                <a:gd name="f36" fmla="*/ f28 1 f19"/>
                <a:gd name="f37" fmla="*/ f29 f9 1"/>
                <a:gd name="f38" fmla="*/ f30 f9 1"/>
                <a:gd name="f39" fmla="*/ f32 f10 1"/>
                <a:gd name="f40" fmla="*/ f31 f10 1"/>
                <a:gd name="f41" fmla="*/ f33 f9 1"/>
                <a:gd name="f42" fmla="*/ f34 f10 1"/>
                <a:gd name="f43" fmla="*/ f35 f9 1"/>
                <a:gd name="f44" fmla="*/ f36 f10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24">
                  <a:pos x="f41" y="f42"/>
                </a:cxn>
                <a:cxn ang="f24">
                  <a:pos x="f43" y="f42"/>
                </a:cxn>
                <a:cxn ang="f24">
                  <a:pos x="f43" y="f44"/>
                </a:cxn>
                <a:cxn ang="f24">
                  <a:pos x="f41" y="f44"/>
                </a:cxn>
                <a:cxn ang="f24">
                  <a:pos x="f41" y="f42"/>
                </a:cxn>
              </a:cxnLst>
              <a:rect l="f37" t="f40" r="f38" b="f39"/>
              <a:pathLst>
                <a:path w="3212502" h="460777">
                  <a:moveTo>
                    <a:pt x="f5" y="f5"/>
                  </a:moveTo>
                  <a:lnTo>
                    <a:pt x="f6" y="f5"/>
                  </a:lnTo>
                  <a:lnTo>
                    <a:pt x="f6" y="f7"/>
                  </a:lnTo>
                  <a:lnTo>
                    <a:pt x="f5" y="f7"/>
                  </a:lnTo>
                  <a:lnTo>
                    <a:pt x="f5" y="f5"/>
                  </a:lnTo>
                  <a:close/>
                </a:path>
              </a:pathLst>
            </a:custGeom>
            <a:noFill/>
            <a:ln cap="flat">
              <a:noFill/>
              <a:prstDash val="solid"/>
            </a:ln>
          </p:spPr>
          <p:txBody>
            <a:bodyPr vert="horz" wrap="square" lIns="80010" tIns="80010" rIns="80010" bIns="80010" anchor="t" anchorCtr="0" compatLnSpc="1">
              <a:noAutofit/>
            </a:bodyPr>
            <a:lstStyle/>
            <a:p>
              <a:pPr marL="0" marR="0" lvl="0" indent="0" algn="l" defTabSz="933446" rtl="0" fontAlgn="auto" hangingPunct="1">
                <a:lnSpc>
                  <a:spcPct val="90000"/>
                </a:lnSpc>
                <a:spcBef>
                  <a:spcPts val="0"/>
                </a:spcBef>
                <a:spcAft>
                  <a:spcPts val="90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r>
                <a:rPr lang="es-ES" sz="2000" b="0" i="0" u="none" strike="noStrike" kern="1200" cap="none" spc="0" baseline="0" dirty="0">
                  <a:solidFill>
                    <a:schemeClr val="bg1"/>
                  </a:solidFill>
                  <a:uFillTx/>
                  <a:latin typeface="Aptos"/>
                </a:rPr>
                <a:t>Jonathan Iglesias</a:t>
              </a:r>
              <a:endParaRPr lang="en-US" sz="2000" b="0" i="0" u="none" strike="noStrike" kern="1200" cap="none" spc="0" baseline="0" dirty="0">
                <a:solidFill>
                  <a:schemeClr val="bg1"/>
                </a:solidFill>
                <a:uFillTx/>
                <a:latin typeface="Aptos"/>
              </a:endParaRPr>
            </a:p>
          </p:txBody>
        </p:sp>
        <p:sp>
          <p:nvSpPr>
            <p:cNvPr id="37" name="Freeform: Shape 36">
              <a:extLst>
                <a:ext uri="{FF2B5EF4-FFF2-40B4-BE49-F238E27FC236}">
                  <a16:creationId xmlns:a16="http://schemas.microsoft.com/office/drawing/2014/main" id="{6FFA420F-42AF-9165-8738-489932CCF69E}"/>
                </a:ext>
              </a:extLst>
            </p:cNvPr>
            <p:cNvSpPr/>
            <p:nvPr/>
          </p:nvSpPr>
          <p:spPr>
            <a:xfrm>
              <a:off x="8010226" y="3830385"/>
              <a:ext cx="3212497" cy="0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ss"/>
                <a:gd name="f6" fmla="val 0"/>
                <a:gd name="f7" fmla="+- 0 0 -180"/>
                <a:gd name="f8" fmla="+- 0 0 -360"/>
                <a:gd name="f9" fmla="abs f3"/>
                <a:gd name="f10" fmla="abs f4"/>
                <a:gd name="f11" fmla="abs f5"/>
                <a:gd name="f12" fmla="val f6"/>
                <a:gd name="f13" fmla="*/ f7 f0 1"/>
                <a:gd name="f14" fmla="*/ f8 f0 1"/>
                <a:gd name="f15" fmla="?: f9 f3 1"/>
                <a:gd name="f16" fmla="?: f10 f4 1"/>
                <a:gd name="f17" fmla="?: f11 f5 1"/>
                <a:gd name="f18" fmla="*/ f13 1 f2"/>
                <a:gd name="f19" fmla="*/ f14 1 f2"/>
                <a:gd name="f20" fmla="*/ f15 1 21600"/>
                <a:gd name="f21" fmla="*/ f16 1 21600"/>
                <a:gd name="f22" fmla="*/ 21600 f15 1"/>
                <a:gd name="f23" fmla="*/ 21600 f16 1"/>
                <a:gd name="f24" fmla="+- f18 0 f1"/>
                <a:gd name="f25" fmla="+- f19 0 f1"/>
                <a:gd name="f26" fmla="min f21 f20"/>
                <a:gd name="f27" fmla="*/ f22 1 f17"/>
                <a:gd name="f28" fmla="*/ f23 1 f17"/>
                <a:gd name="f29" fmla="val f27"/>
                <a:gd name="f30" fmla="val f28"/>
                <a:gd name="f31" fmla="*/ f6 f26 1"/>
                <a:gd name="f32" fmla="*/ f27 f26 1"/>
                <a:gd name="f33" fmla="*/ f28 f26 1"/>
                <a:gd name="f34" fmla="*/ f12 f26 1"/>
                <a:gd name="f35" fmla="*/ f29 f26 1"/>
                <a:gd name="f36" fmla="*/ f30 f26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24">
                  <a:pos x="f34" y="f34"/>
                </a:cxn>
                <a:cxn ang="f25">
                  <a:pos x="f35" y="f36"/>
                </a:cxn>
              </a:cxnLst>
              <a:rect l="f31" t="f31" r="f32" b="f33"/>
              <a:pathLst>
                <a:path>
                  <a:moveTo>
                    <a:pt x="f34" y="f34"/>
                  </a:moveTo>
                  <a:lnTo>
                    <a:pt x="f35" y="f36"/>
                  </a:lnTo>
                </a:path>
              </a:pathLst>
            </a:custGeom>
            <a:noFill/>
            <a:ln w="12701" cap="flat">
              <a:noFill/>
              <a:prstDash val="solid"/>
              <a:miter/>
            </a:ln>
          </p:spPr>
          <p:txBody>
            <a:bodyPr lIns="0" tIns="0" rIns="0" bIns="0"/>
            <a:lstStyle/>
            <a:p>
              <a:endParaRPr lang="es-ES">
                <a:solidFill>
                  <a:schemeClr val="bg1"/>
                </a:solidFill>
              </a:endParaRPr>
            </a:p>
          </p:txBody>
        </p:sp>
        <p:sp>
          <p:nvSpPr>
            <p:cNvPr id="38" name="Freeform: Shape 37">
              <a:extLst>
                <a:ext uri="{FF2B5EF4-FFF2-40B4-BE49-F238E27FC236}">
                  <a16:creationId xmlns:a16="http://schemas.microsoft.com/office/drawing/2014/main" id="{A7866EB9-F353-80BA-33D9-382FD6A9AAAA}"/>
                </a:ext>
              </a:extLst>
            </p:cNvPr>
            <p:cNvSpPr/>
            <p:nvPr/>
          </p:nvSpPr>
          <p:spPr>
            <a:xfrm>
              <a:off x="8010226" y="3830385"/>
              <a:ext cx="3212497" cy="460775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3212502"/>
                <a:gd name="f7" fmla="val 460777"/>
                <a:gd name="f8" fmla="+- 0 0 -90"/>
                <a:gd name="f9" fmla="*/ f3 1 3212502"/>
                <a:gd name="f10" fmla="*/ f4 1 460777"/>
                <a:gd name="f11" fmla="val f5"/>
                <a:gd name="f12" fmla="val f6"/>
                <a:gd name="f13" fmla="val f7"/>
                <a:gd name="f14" fmla="*/ f8 f0 1"/>
                <a:gd name="f15" fmla="+- f13 0 f11"/>
                <a:gd name="f16" fmla="+- f12 0 f11"/>
                <a:gd name="f17" fmla="*/ f14 1 f2"/>
                <a:gd name="f18" fmla="*/ f16 1 3212502"/>
                <a:gd name="f19" fmla="*/ f15 1 460777"/>
                <a:gd name="f20" fmla="*/ 0 f16 1"/>
                <a:gd name="f21" fmla="*/ 0 f15 1"/>
                <a:gd name="f22" fmla="*/ 3212502 f16 1"/>
                <a:gd name="f23" fmla="*/ 460777 f15 1"/>
                <a:gd name="f24" fmla="+- f17 0 f1"/>
                <a:gd name="f25" fmla="*/ f20 1 3212502"/>
                <a:gd name="f26" fmla="*/ f21 1 460777"/>
                <a:gd name="f27" fmla="*/ f22 1 3212502"/>
                <a:gd name="f28" fmla="*/ f23 1 460777"/>
                <a:gd name="f29" fmla="*/ f11 1 f18"/>
                <a:gd name="f30" fmla="*/ f12 1 f18"/>
                <a:gd name="f31" fmla="*/ f11 1 f19"/>
                <a:gd name="f32" fmla="*/ f13 1 f19"/>
                <a:gd name="f33" fmla="*/ f25 1 f18"/>
                <a:gd name="f34" fmla="*/ f26 1 f19"/>
                <a:gd name="f35" fmla="*/ f27 1 f18"/>
                <a:gd name="f36" fmla="*/ f28 1 f19"/>
                <a:gd name="f37" fmla="*/ f29 f9 1"/>
                <a:gd name="f38" fmla="*/ f30 f9 1"/>
                <a:gd name="f39" fmla="*/ f32 f10 1"/>
                <a:gd name="f40" fmla="*/ f31 f10 1"/>
                <a:gd name="f41" fmla="*/ f33 f9 1"/>
                <a:gd name="f42" fmla="*/ f34 f10 1"/>
                <a:gd name="f43" fmla="*/ f35 f9 1"/>
                <a:gd name="f44" fmla="*/ f36 f10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24">
                  <a:pos x="f41" y="f42"/>
                </a:cxn>
                <a:cxn ang="f24">
                  <a:pos x="f43" y="f42"/>
                </a:cxn>
                <a:cxn ang="f24">
                  <a:pos x="f43" y="f44"/>
                </a:cxn>
                <a:cxn ang="f24">
                  <a:pos x="f41" y="f44"/>
                </a:cxn>
                <a:cxn ang="f24">
                  <a:pos x="f41" y="f42"/>
                </a:cxn>
              </a:cxnLst>
              <a:rect l="f37" t="f40" r="f38" b="f39"/>
              <a:pathLst>
                <a:path w="3212502" h="460777">
                  <a:moveTo>
                    <a:pt x="f5" y="f5"/>
                  </a:moveTo>
                  <a:lnTo>
                    <a:pt x="f6" y="f5"/>
                  </a:lnTo>
                  <a:lnTo>
                    <a:pt x="f6" y="f7"/>
                  </a:lnTo>
                  <a:lnTo>
                    <a:pt x="f5" y="f7"/>
                  </a:lnTo>
                  <a:lnTo>
                    <a:pt x="f5" y="f5"/>
                  </a:lnTo>
                  <a:close/>
                </a:path>
              </a:pathLst>
            </a:custGeom>
            <a:noFill/>
            <a:ln cap="flat">
              <a:noFill/>
              <a:prstDash val="solid"/>
            </a:ln>
          </p:spPr>
          <p:txBody>
            <a:bodyPr vert="horz" wrap="square" lIns="80010" tIns="80010" rIns="80010" bIns="80010" anchor="t" anchorCtr="0" compatLnSpc="1">
              <a:noAutofit/>
            </a:bodyPr>
            <a:lstStyle/>
            <a:p>
              <a:pPr marL="0" marR="0" lvl="0" indent="0" algn="l" defTabSz="933446" rtl="0" fontAlgn="auto" hangingPunct="1">
                <a:lnSpc>
                  <a:spcPct val="90000"/>
                </a:lnSpc>
                <a:spcBef>
                  <a:spcPts val="0"/>
                </a:spcBef>
                <a:spcAft>
                  <a:spcPts val="90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r>
                <a:rPr lang="es-ES" sz="2000" b="0" i="0" u="none" strike="noStrike" kern="1200" cap="none" spc="0" baseline="0" dirty="0">
                  <a:solidFill>
                    <a:schemeClr val="bg1"/>
                  </a:solidFill>
                  <a:uFillTx/>
                  <a:latin typeface="Aptos"/>
                </a:rPr>
                <a:t>Giovani Labrador</a:t>
              </a:r>
              <a:endParaRPr lang="en-US" sz="2000" b="0" i="0" u="none" strike="noStrike" kern="1200" cap="none" spc="0" baseline="0" dirty="0">
                <a:solidFill>
                  <a:schemeClr val="bg1"/>
                </a:solidFill>
                <a:uFillTx/>
                <a:latin typeface="Aptos"/>
              </a:endParaRPr>
            </a:p>
          </p:txBody>
        </p:sp>
        <p:sp>
          <p:nvSpPr>
            <p:cNvPr id="39" name="Freeform: Shape 38">
              <a:extLst>
                <a:ext uri="{FF2B5EF4-FFF2-40B4-BE49-F238E27FC236}">
                  <a16:creationId xmlns:a16="http://schemas.microsoft.com/office/drawing/2014/main" id="{3144E3FD-BD8E-FBD3-B7FD-9FA37A189EBD}"/>
                </a:ext>
              </a:extLst>
            </p:cNvPr>
            <p:cNvSpPr/>
            <p:nvPr/>
          </p:nvSpPr>
          <p:spPr>
            <a:xfrm>
              <a:off x="8010226" y="4291160"/>
              <a:ext cx="3212497" cy="0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ss"/>
                <a:gd name="f6" fmla="val 0"/>
                <a:gd name="f7" fmla="+- 0 0 -180"/>
                <a:gd name="f8" fmla="+- 0 0 -360"/>
                <a:gd name="f9" fmla="abs f3"/>
                <a:gd name="f10" fmla="abs f4"/>
                <a:gd name="f11" fmla="abs f5"/>
                <a:gd name="f12" fmla="val f6"/>
                <a:gd name="f13" fmla="*/ f7 f0 1"/>
                <a:gd name="f14" fmla="*/ f8 f0 1"/>
                <a:gd name="f15" fmla="?: f9 f3 1"/>
                <a:gd name="f16" fmla="?: f10 f4 1"/>
                <a:gd name="f17" fmla="?: f11 f5 1"/>
                <a:gd name="f18" fmla="*/ f13 1 f2"/>
                <a:gd name="f19" fmla="*/ f14 1 f2"/>
                <a:gd name="f20" fmla="*/ f15 1 21600"/>
                <a:gd name="f21" fmla="*/ f16 1 21600"/>
                <a:gd name="f22" fmla="*/ 21600 f15 1"/>
                <a:gd name="f23" fmla="*/ 21600 f16 1"/>
                <a:gd name="f24" fmla="+- f18 0 f1"/>
                <a:gd name="f25" fmla="+- f19 0 f1"/>
                <a:gd name="f26" fmla="min f21 f20"/>
                <a:gd name="f27" fmla="*/ f22 1 f17"/>
                <a:gd name="f28" fmla="*/ f23 1 f17"/>
                <a:gd name="f29" fmla="val f27"/>
                <a:gd name="f30" fmla="val f28"/>
                <a:gd name="f31" fmla="*/ f6 f26 1"/>
                <a:gd name="f32" fmla="*/ f27 f26 1"/>
                <a:gd name="f33" fmla="*/ f28 f26 1"/>
                <a:gd name="f34" fmla="*/ f12 f26 1"/>
                <a:gd name="f35" fmla="*/ f29 f26 1"/>
                <a:gd name="f36" fmla="*/ f30 f26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24">
                  <a:pos x="f34" y="f34"/>
                </a:cxn>
                <a:cxn ang="f25">
                  <a:pos x="f35" y="f36"/>
                </a:cxn>
              </a:cxnLst>
              <a:rect l="f31" t="f31" r="f32" b="f33"/>
              <a:pathLst>
                <a:path>
                  <a:moveTo>
                    <a:pt x="f34" y="f34"/>
                  </a:moveTo>
                  <a:lnTo>
                    <a:pt x="f35" y="f36"/>
                  </a:lnTo>
                </a:path>
              </a:pathLst>
            </a:custGeom>
            <a:noFill/>
            <a:ln w="12701" cap="flat">
              <a:noFill/>
              <a:prstDash val="solid"/>
              <a:miter/>
            </a:ln>
          </p:spPr>
          <p:txBody>
            <a:bodyPr lIns="0" tIns="0" rIns="0" bIns="0"/>
            <a:lstStyle/>
            <a:p>
              <a:endParaRPr lang="es-ES">
                <a:solidFill>
                  <a:schemeClr val="bg1"/>
                </a:solidFill>
              </a:endParaRPr>
            </a:p>
          </p:txBody>
        </p:sp>
        <p:sp>
          <p:nvSpPr>
            <p:cNvPr id="40" name="Freeform: Shape 39">
              <a:extLst>
                <a:ext uri="{FF2B5EF4-FFF2-40B4-BE49-F238E27FC236}">
                  <a16:creationId xmlns:a16="http://schemas.microsoft.com/office/drawing/2014/main" id="{36E28E1E-4B49-CAA8-5C45-404AEDD852F8}"/>
                </a:ext>
              </a:extLst>
            </p:cNvPr>
            <p:cNvSpPr/>
            <p:nvPr/>
          </p:nvSpPr>
          <p:spPr>
            <a:xfrm>
              <a:off x="8010226" y="4291160"/>
              <a:ext cx="3212497" cy="460775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3212502"/>
                <a:gd name="f7" fmla="val 460777"/>
                <a:gd name="f8" fmla="+- 0 0 -90"/>
                <a:gd name="f9" fmla="*/ f3 1 3212502"/>
                <a:gd name="f10" fmla="*/ f4 1 460777"/>
                <a:gd name="f11" fmla="val f5"/>
                <a:gd name="f12" fmla="val f6"/>
                <a:gd name="f13" fmla="val f7"/>
                <a:gd name="f14" fmla="*/ f8 f0 1"/>
                <a:gd name="f15" fmla="+- f13 0 f11"/>
                <a:gd name="f16" fmla="+- f12 0 f11"/>
                <a:gd name="f17" fmla="*/ f14 1 f2"/>
                <a:gd name="f18" fmla="*/ f16 1 3212502"/>
                <a:gd name="f19" fmla="*/ f15 1 460777"/>
                <a:gd name="f20" fmla="*/ 0 f16 1"/>
                <a:gd name="f21" fmla="*/ 0 f15 1"/>
                <a:gd name="f22" fmla="*/ 3212502 f16 1"/>
                <a:gd name="f23" fmla="*/ 460777 f15 1"/>
                <a:gd name="f24" fmla="+- f17 0 f1"/>
                <a:gd name="f25" fmla="*/ f20 1 3212502"/>
                <a:gd name="f26" fmla="*/ f21 1 460777"/>
                <a:gd name="f27" fmla="*/ f22 1 3212502"/>
                <a:gd name="f28" fmla="*/ f23 1 460777"/>
                <a:gd name="f29" fmla="*/ f11 1 f18"/>
                <a:gd name="f30" fmla="*/ f12 1 f18"/>
                <a:gd name="f31" fmla="*/ f11 1 f19"/>
                <a:gd name="f32" fmla="*/ f13 1 f19"/>
                <a:gd name="f33" fmla="*/ f25 1 f18"/>
                <a:gd name="f34" fmla="*/ f26 1 f19"/>
                <a:gd name="f35" fmla="*/ f27 1 f18"/>
                <a:gd name="f36" fmla="*/ f28 1 f19"/>
                <a:gd name="f37" fmla="*/ f29 f9 1"/>
                <a:gd name="f38" fmla="*/ f30 f9 1"/>
                <a:gd name="f39" fmla="*/ f32 f10 1"/>
                <a:gd name="f40" fmla="*/ f31 f10 1"/>
                <a:gd name="f41" fmla="*/ f33 f9 1"/>
                <a:gd name="f42" fmla="*/ f34 f10 1"/>
                <a:gd name="f43" fmla="*/ f35 f9 1"/>
                <a:gd name="f44" fmla="*/ f36 f10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24">
                  <a:pos x="f41" y="f42"/>
                </a:cxn>
                <a:cxn ang="f24">
                  <a:pos x="f43" y="f42"/>
                </a:cxn>
                <a:cxn ang="f24">
                  <a:pos x="f43" y="f44"/>
                </a:cxn>
                <a:cxn ang="f24">
                  <a:pos x="f41" y="f44"/>
                </a:cxn>
                <a:cxn ang="f24">
                  <a:pos x="f41" y="f42"/>
                </a:cxn>
              </a:cxnLst>
              <a:rect l="f37" t="f40" r="f38" b="f39"/>
              <a:pathLst>
                <a:path w="3212502" h="460777">
                  <a:moveTo>
                    <a:pt x="f5" y="f5"/>
                  </a:moveTo>
                  <a:lnTo>
                    <a:pt x="f6" y="f5"/>
                  </a:lnTo>
                  <a:lnTo>
                    <a:pt x="f6" y="f7"/>
                  </a:lnTo>
                  <a:lnTo>
                    <a:pt x="f5" y="f7"/>
                  </a:lnTo>
                  <a:lnTo>
                    <a:pt x="f5" y="f5"/>
                  </a:lnTo>
                  <a:close/>
                </a:path>
              </a:pathLst>
            </a:custGeom>
            <a:noFill/>
            <a:ln cap="flat">
              <a:noFill/>
              <a:prstDash val="solid"/>
            </a:ln>
          </p:spPr>
          <p:txBody>
            <a:bodyPr vert="horz" wrap="square" lIns="80010" tIns="80010" rIns="80010" bIns="80010" anchor="t" anchorCtr="0" compatLnSpc="1">
              <a:noAutofit/>
            </a:bodyPr>
            <a:lstStyle/>
            <a:p>
              <a:pPr marL="0" marR="0" lvl="0" indent="0" algn="l" defTabSz="933446" rtl="0" fontAlgn="auto" hangingPunct="1">
                <a:lnSpc>
                  <a:spcPct val="90000"/>
                </a:lnSpc>
                <a:spcBef>
                  <a:spcPts val="0"/>
                </a:spcBef>
                <a:spcAft>
                  <a:spcPts val="90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r>
                <a:rPr lang="en-US" sz="2000" dirty="0">
                  <a:solidFill>
                    <a:schemeClr val="bg1"/>
                  </a:solidFill>
                  <a:latin typeface="Aptos"/>
                </a:rPr>
                <a:t>Tristin </a:t>
              </a:r>
              <a:r>
                <a:rPr lang="en-US" sz="2000" b="0" i="0" u="none" strike="noStrike" kern="1200" cap="none" spc="0" baseline="0" dirty="0">
                  <a:solidFill>
                    <a:schemeClr val="bg1"/>
                  </a:solidFill>
                  <a:uFillTx/>
                  <a:latin typeface="Aptos"/>
                </a:rPr>
                <a:t>Liebenberg</a:t>
              </a:r>
            </a:p>
          </p:txBody>
        </p:sp>
        <p:sp>
          <p:nvSpPr>
            <p:cNvPr id="41" name="Freeform: Shape 40">
              <a:extLst>
                <a:ext uri="{FF2B5EF4-FFF2-40B4-BE49-F238E27FC236}">
                  <a16:creationId xmlns:a16="http://schemas.microsoft.com/office/drawing/2014/main" id="{BBD7F593-829E-A77D-F60C-9E2800BD9ED5}"/>
                </a:ext>
              </a:extLst>
            </p:cNvPr>
            <p:cNvSpPr/>
            <p:nvPr/>
          </p:nvSpPr>
          <p:spPr>
            <a:xfrm>
              <a:off x="8010226" y="4751935"/>
              <a:ext cx="3212497" cy="0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ss"/>
                <a:gd name="f6" fmla="val 0"/>
                <a:gd name="f7" fmla="+- 0 0 -180"/>
                <a:gd name="f8" fmla="+- 0 0 -360"/>
                <a:gd name="f9" fmla="abs f3"/>
                <a:gd name="f10" fmla="abs f4"/>
                <a:gd name="f11" fmla="abs f5"/>
                <a:gd name="f12" fmla="val f6"/>
                <a:gd name="f13" fmla="*/ f7 f0 1"/>
                <a:gd name="f14" fmla="*/ f8 f0 1"/>
                <a:gd name="f15" fmla="?: f9 f3 1"/>
                <a:gd name="f16" fmla="?: f10 f4 1"/>
                <a:gd name="f17" fmla="?: f11 f5 1"/>
                <a:gd name="f18" fmla="*/ f13 1 f2"/>
                <a:gd name="f19" fmla="*/ f14 1 f2"/>
                <a:gd name="f20" fmla="*/ f15 1 21600"/>
                <a:gd name="f21" fmla="*/ f16 1 21600"/>
                <a:gd name="f22" fmla="*/ 21600 f15 1"/>
                <a:gd name="f23" fmla="*/ 21600 f16 1"/>
                <a:gd name="f24" fmla="+- f18 0 f1"/>
                <a:gd name="f25" fmla="+- f19 0 f1"/>
                <a:gd name="f26" fmla="min f21 f20"/>
                <a:gd name="f27" fmla="*/ f22 1 f17"/>
                <a:gd name="f28" fmla="*/ f23 1 f17"/>
                <a:gd name="f29" fmla="val f27"/>
                <a:gd name="f30" fmla="val f28"/>
                <a:gd name="f31" fmla="*/ f6 f26 1"/>
                <a:gd name="f32" fmla="*/ f27 f26 1"/>
                <a:gd name="f33" fmla="*/ f28 f26 1"/>
                <a:gd name="f34" fmla="*/ f12 f26 1"/>
                <a:gd name="f35" fmla="*/ f29 f26 1"/>
                <a:gd name="f36" fmla="*/ f30 f26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24">
                  <a:pos x="f34" y="f34"/>
                </a:cxn>
                <a:cxn ang="f25">
                  <a:pos x="f35" y="f36"/>
                </a:cxn>
              </a:cxnLst>
              <a:rect l="f31" t="f31" r="f32" b="f33"/>
              <a:pathLst>
                <a:path>
                  <a:moveTo>
                    <a:pt x="f34" y="f34"/>
                  </a:moveTo>
                  <a:lnTo>
                    <a:pt x="f35" y="f36"/>
                  </a:lnTo>
                </a:path>
              </a:pathLst>
            </a:custGeom>
            <a:noFill/>
            <a:ln w="12701" cap="flat">
              <a:noFill/>
              <a:prstDash val="solid"/>
              <a:miter/>
            </a:ln>
          </p:spPr>
          <p:txBody>
            <a:bodyPr lIns="0" tIns="0" rIns="0" bIns="0"/>
            <a:lstStyle/>
            <a:p>
              <a:endParaRPr lang="es-ES">
                <a:solidFill>
                  <a:schemeClr val="bg1"/>
                </a:solidFill>
              </a:endParaRPr>
            </a:p>
          </p:txBody>
        </p:sp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8C1A8C7F-577F-7F31-9DBC-C3C8EAB354E4}"/>
                </a:ext>
              </a:extLst>
            </p:cNvPr>
            <p:cNvSpPr/>
            <p:nvPr/>
          </p:nvSpPr>
          <p:spPr>
            <a:xfrm>
              <a:off x="8010226" y="4751935"/>
              <a:ext cx="3212497" cy="460775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3212502"/>
                <a:gd name="f7" fmla="val 460777"/>
                <a:gd name="f8" fmla="+- 0 0 -90"/>
                <a:gd name="f9" fmla="*/ f3 1 3212502"/>
                <a:gd name="f10" fmla="*/ f4 1 460777"/>
                <a:gd name="f11" fmla="val f5"/>
                <a:gd name="f12" fmla="val f6"/>
                <a:gd name="f13" fmla="val f7"/>
                <a:gd name="f14" fmla="*/ f8 f0 1"/>
                <a:gd name="f15" fmla="+- f13 0 f11"/>
                <a:gd name="f16" fmla="+- f12 0 f11"/>
                <a:gd name="f17" fmla="*/ f14 1 f2"/>
                <a:gd name="f18" fmla="*/ f16 1 3212502"/>
                <a:gd name="f19" fmla="*/ f15 1 460777"/>
                <a:gd name="f20" fmla="*/ 0 f16 1"/>
                <a:gd name="f21" fmla="*/ 0 f15 1"/>
                <a:gd name="f22" fmla="*/ 3212502 f16 1"/>
                <a:gd name="f23" fmla="*/ 460777 f15 1"/>
                <a:gd name="f24" fmla="+- f17 0 f1"/>
                <a:gd name="f25" fmla="*/ f20 1 3212502"/>
                <a:gd name="f26" fmla="*/ f21 1 460777"/>
                <a:gd name="f27" fmla="*/ f22 1 3212502"/>
                <a:gd name="f28" fmla="*/ f23 1 460777"/>
                <a:gd name="f29" fmla="*/ f11 1 f18"/>
                <a:gd name="f30" fmla="*/ f12 1 f18"/>
                <a:gd name="f31" fmla="*/ f11 1 f19"/>
                <a:gd name="f32" fmla="*/ f13 1 f19"/>
                <a:gd name="f33" fmla="*/ f25 1 f18"/>
                <a:gd name="f34" fmla="*/ f26 1 f19"/>
                <a:gd name="f35" fmla="*/ f27 1 f18"/>
                <a:gd name="f36" fmla="*/ f28 1 f19"/>
                <a:gd name="f37" fmla="*/ f29 f9 1"/>
                <a:gd name="f38" fmla="*/ f30 f9 1"/>
                <a:gd name="f39" fmla="*/ f32 f10 1"/>
                <a:gd name="f40" fmla="*/ f31 f10 1"/>
                <a:gd name="f41" fmla="*/ f33 f9 1"/>
                <a:gd name="f42" fmla="*/ f34 f10 1"/>
                <a:gd name="f43" fmla="*/ f35 f9 1"/>
                <a:gd name="f44" fmla="*/ f36 f10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24">
                  <a:pos x="f41" y="f42"/>
                </a:cxn>
                <a:cxn ang="f24">
                  <a:pos x="f43" y="f42"/>
                </a:cxn>
                <a:cxn ang="f24">
                  <a:pos x="f43" y="f44"/>
                </a:cxn>
                <a:cxn ang="f24">
                  <a:pos x="f41" y="f44"/>
                </a:cxn>
                <a:cxn ang="f24">
                  <a:pos x="f41" y="f42"/>
                </a:cxn>
              </a:cxnLst>
              <a:rect l="f37" t="f40" r="f38" b="f39"/>
              <a:pathLst>
                <a:path w="3212502" h="460777">
                  <a:moveTo>
                    <a:pt x="f5" y="f5"/>
                  </a:moveTo>
                  <a:lnTo>
                    <a:pt x="f6" y="f5"/>
                  </a:lnTo>
                  <a:lnTo>
                    <a:pt x="f6" y="f7"/>
                  </a:lnTo>
                  <a:lnTo>
                    <a:pt x="f5" y="f7"/>
                  </a:lnTo>
                  <a:lnTo>
                    <a:pt x="f5" y="f5"/>
                  </a:lnTo>
                  <a:close/>
                </a:path>
              </a:pathLst>
            </a:custGeom>
            <a:noFill/>
            <a:ln cap="flat">
              <a:noFill/>
              <a:prstDash val="solid"/>
            </a:ln>
          </p:spPr>
          <p:txBody>
            <a:bodyPr vert="horz" wrap="square" lIns="80010" tIns="80010" rIns="80010" bIns="80010" anchor="t" anchorCtr="0" compatLnSpc="1">
              <a:noAutofit/>
            </a:bodyPr>
            <a:lstStyle/>
            <a:p>
              <a:pPr marL="0" marR="0" lvl="0" indent="0" algn="l" defTabSz="933446" rtl="0" fontAlgn="auto" hangingPunct="1">
                <a:lnSpc>
                  <a:spcPct val="90000"/>
                </a:lnSpc>
                <a:spcBef>
                  <a:spcPts val="0"/>
                </a:spcBef>
                <a:spcAft>
                  <a:spcPts val="90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r>
                <a:rPr lang="nl-NL" sz="2000" b="0" i="0" u="none" strike="noStrike" kern="1200" cap="none" spc="0" baseline="0" dirty="0">
                  <a:solidFill>
                    <a:schemeClr val="bg1"/>
                  </a:solidFill>
                  <a:uFillTx/>
                  <a:latin typeface="Aptos"/>
                </a:rPr>
                <a:t>Eyaan Syed</a:t>
              </a:r>
              <a:endParaRPr lang="en-US" sz="2000" b="0" i="0" u="none" strike="noStrike" kern="1200" cap="none" spc="0" baseline="0" dirty="0">
                <a:solidFill>
                  <a:schemeClr val="bg1"/>
                </a:solidFill>
                <a:uFillTx/>
                <a:latin typeface="Aptos"/>
              </a:endParaRPr>
            </a:p>
          </p:txBody>
        </p:sp>
        <p:sp>
          <p:nvSpPr>
            <p:cNvPr id="43" name="Freeform: Shape 42">
              <a:extLst>
                <a:ext uri="{FF2B5EF4-FFF2-40B4-BE49-F238E27FC236}">
                  <a16:creationId xmlns:a16="http://schemas.microsoft.com/office/drawing/2014/main" id="{FC30A786-D427-21D0-88C2-AA63364C18DE}"/>
                </a:ext>
              </a:extLst>
            </p:cNvPr>
            <p:cNvSpPr/>
            <p:nvPr/>
          </p:nvSpPr>
          <p:spPr>
            <a:xfrm>
              <a:off x="8010226" y="5212710"/>
              <a:ext cx="3212497" cy="0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ss"/>
                <a:gd name="f6" fmla="val 0"/>
                <a:gd name="f7" fmla="+- 0 0 -180"/>
                <a:gd name="f8" fmla="+- 0 0 -360"/>
                <a:gd name="f9" fmla="abs f3"/>
                <a:gd name="f10" fmla="abs f4"/>
                <a:gd name="f11" fmla="abs f5"/>
                <a:gd name="f12" fmla="val f6"/>
                <a:gd name="f13" fmla="*/ f7 f0 1"/>
                <a:gd name="f14" fmla="*/ f8 f0 1"/>
                <a:gd name="f15" fmla="?: f9 f3 1"/>
                <a:gd name="f16" fmla="?: f10 f4 1"/>
                <a:gd name="f17" fmla="?: f11 f5 1"/>
                <a:gd name="f18" fmla="*/ f13 1 f2"/>
                <a:gd name="f19" fmla="*/ f14 1 f2"/>
                <a:gd name="f20" fmla="*/ f15 1 21600"/>
                <a:gd name="f21" fmla="*/ f16 1 21600"/>
                <a:gd name="f22" fmla="*/ 21600 f15 1"/>
                <a:gd name="f23" fmla="*/ 21600 f16 1"/>
                <a:gd name="f24" fmla="+- f18 0 f1"/>
                <a:gd name="f25" fmla="+- f19 0 f1"/>
                <a:gd name="f26" fmla="min f21 f20"/>
                <a:gd name="f27" fmla="*/ f22 1 f17"/>
                <a:gd name="f28" fmla="*/ f23 1 f17"/>
                <a:gd name="f29" fmla="val f27"/>
                <a:gd name="f30" fmla="val f28"/>
                <a:gd name="f31" fmla="*/ f6 f26 1"/>
                <a:gd name="f32" fmla="*/ f27 f26 1"/>
                <a:gd name="f33" fmla="*/ f28 f26 1"/>
                <a:gd name="f34" fmla="*/ f12 f26 1"/>
                <a:gd name="f35" fmla="*/ f29 f26 1"/>
                <a:gd name="f36" fmla="*/ f30 f26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24">
                  <a:pos x="f34" y="f34"/>
                </a:cxn>
                <a:cxn ang="f25">
                  <a:pos x="f35" y="f36"/>
                </a:cxn>
              </a:cxnLst>
              <a:rect l="f31" t="f31" r="f32" b="f33"/>
              <a:pathLst>
                <a:path>
                  <a:moveTo>
                    <a:pt x="f34" y="f34"/>
                  </a:moveTo>
                  <a:lnTo>
                    <a:pt x="f35" y="f36"/>
                  </a:lnTo>
                </a:path>
              </a:pathLst>
            </a:custGeom>
            <a:noFill/>
            <a:ln w="12701" cap="flat">
              <a:noFill/>
              <a:prstDash val="solid"/>
              <a:miter/>
            </a:ln>
          </p:spPr>
          <p:txBody>
            <a:bodyPr lIns="0" tIns="0" rIns="0" bIns="0"/>
            <a:lstStyle/>
            <a:p>
              <a:endParaRPr lang="es-ES">
                <a:solidFill>
                  <a:schemeClr val="bg1"/>
                </a:solidFill>
              </a:endParaRPr>
            </a:p>
          </p:txBody>
        </p:sp>
      </p:grpSp>
      <p:sp>
        <p:nvSpPr>
          <p:cNvPr id="2" name="TextBox 4">
            <a:extLst>
              <a:ext uri="{FF2B5EF4-FFF2-40B4-BE49-F238E27FC236}">
                <a16:creationId xmlns:a16="http://schemas.microsoft.com/office/drawing/2014/main" id="{A79BA63B-817F-FD7D-327F-48452E9AF604}"/>
              </a:ext>
            </a:extLst>
          </p:cNvPr>
          <p:cNvSpPr txBox="1"/>
          <p:nvPr/>
        </p:nvSpPr>
        <p:spPr>
          <a:xfrm>
            <a:off x="10405834" y="375193"/>
            <a:ext cx="16362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s-E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rgbClr val="FFFF00"/>
                </a:solidFill>
              </a:rPr>
              <a:t>JONATHAN</a:t>
            </a:r>
          </a:p>
        </p:txBody>
      </p:sp>
    </p:spTree>
    <p:extLst>
      <p:ext uri="{BB962C8B-B14F-4D97-AF65-F5344CB8AC3E}">
        <p14:creationId xmlns:p14="http://schemas.microsoft.com/office/powerpoint/2010/main" val="2807293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F8A4B0-0147-DE40-60B0-F18E63EBB4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A blue background with white text&#10;&#10;AI-generated content may be incorrect.">
            <a:extLst>
              <a:ext uri="{FF2B5EF4-FFF2-40B4-BE49-F238E27FC236}">
                <a16:creationId xmlns:a16="http://schemas.microsoft.com/office/drawing/2014/main" id="{18E08CDC-13BF-2DEB-C0EA-EE97F422879B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-11556"/>
            <a:ext cx="12192001" cy="6869556"/>
          </a:xfrm>
          <a:prstGeom prst="rect">
            <a:avLst/>
          </a:prstGeo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D93C4FB2-1E03-4CF9-0C49-A1C3DF5D490D}"/>
              </a:ext>
            </a:extLst>
          </p:cNvPr>
          <p:cNvSpPr txBox="1">
            <a:spLocks/>
          </p:cNvSpPr>
          <p:nvPr/>
        </p:nvSpPr>
        <p:spPr>
          <a:xfrm>
            <a:off x="4938762" y="190667"/>
            <a:ext cx="4669876" cy="11841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4400" dirty="0">
                <a:gradFill>
                  <a:gsLst>
                    <a:gs pos="49000">
                      <a:srgbClr val="FFC000"/>
                    </a:gs>
                    <a:gs pos="70000">
                      <a:schemeClr val="accent1">
                        <a:lumMod val="45000"/>
                        <a:lumOff val="55000"/>
                      </a:schemeClr>
                    </a:gs>
                    <a:gs pos="0">
                      <a:schemeClr val="accent1">
                        <a:lumMod val="45000"/>
                        <a:lumOff val="55000"/>
                      </a:schemeClr>
                    </a:gs>
                    <a:gs pos="28000">
                      <a:schemeClr val="accent1">
                        <a:lumMod val="30000"/>
                        <a:lumOff val="70000"/>
                      </a:schemeClr>
                    </a:gs>
                  </a:gsLst>
                  <a:lin ang="5400000" scaled="1"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Shortcomings</a:t>
            </a:r>
          </a:p>
        </p:txBody>
      </p:sp>
      <p:graphicFrame>
        <p:nvGraphicFramePr>
          <p:cNvPr id="2" name="Diagram 1">
            <a:extLst>
              <a:ext uri="{FF2B5EF4-FFF2-40B4-BE49-F238E27FC236}">
                <a16:creationId xmlns:a16="http://schemas.microsoft.com/office/drawing/2014/main" id="{B2C9A85A-0EE1-6E48-EBAB-59315C1C5EF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934739760"/>
              </p:ext>
            </p:extLst>
          </p:nvPr>
        </p:nvGraphicFramePr>
        <p:xfrm>
          <a:off x="3701561" y="1577046"/>
          <a:ext cx="6796454" cy="427863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4" name="TextBox 4">
            <a:extLst>
              <a:ext uri="{FF2B5EF4-FFF2-40B4-BE49-F238E27FC236}">
                <a16:creationId xmlns:a16="http://schemas.microsoft.com/office/drawing/2014/main" id="{A79BA63B-817F-FD7D-327F-48452E9AF604}"/>
              </a:ext>
            </a:extLst>
          </p:cNvPr>
          <p:cNvSpPr txBox="1"/>
          <p:nvPr/>
        </p:nvSpPr>
        <p:spPr>
          <a:xfrm>
            <a:off x="10319564" y="390056"/>
            <a:ext cx="29903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s-E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rgbClr val="FFFF00"/>
                </a:solidFill>
              </a:rPr>
              <a:t>GIOVANI </a:t>
            </a:r>
          </a:p>
        </p:txBody>
      </p:sp>
    </p:spTree>
    <p:extLst>
      <p:ext uri="{BB962C8B-B14F-4D97-AF65-F5344CB8AC3E}">
        <p14:creationId xmlns:p14="http://schemas.microsoft.com/office/powerpoint/2010/main" val="10134365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9BF0F8-FD08-8420-CC88-FEFD355681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A blue background with white text&#10;&#10;AI-generated content may be incorrect.">
            <a:extLst>
              <a:ext uri="{FF2B5EF4-FFF2-40B4-BE49-F238E27FC236}">
                <a16:creationId xmlns:a16="http://schemas.microsoft.com/office/drawing/2014/main" id="{FEE9847A-C616-E0E0-D367-DD1E7964AE85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-11556"/>
            <a:ext cx="12192001" cy="6869556"/>
          </a:xfrm>
          <a:prstGeom prst="rect">
            <a:avLst/>
          </a:prstGeo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6D3FDA72-DE5B-0E35-E622-A88DD565A862}"/>
              </a:ext>
            </a:extLst>
          </p:cNvPr>
          <p:cNvSpPr txBox="1">
            <a:spLocks/>
          </p:cNvSpPr>
          <p:nvPr/>
        </p:nvSpPr>
        <p:spPr>
          <a:xfrm>
            <a:off x="4764850" y="190667"/>
            <a:ext cx="4669876" cy="11841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4400" dirty="0">
                <a:gradFill>
                  <a:gsLst>
                    <a:gs pos="49000">
                      <a:srgbClr val="FFC000"/>
                    </a:gs>
                    <a:gs pos="70000">
                      <a:schemeClr val="accent1">
                        <a:lumMod val="45000"/>
                        <a:lumOff val="55000"/>
                      </a:schemeClr>
                    </a:gs>
                    <a:gs pos="0">
                      <a:schemeClr val="accent1">
                        <a:lumMod val="45000"/>
                        <a:lumOff val="55000"/>
                      </a:schemeClr>
                    </a:gs>
                    <a:gs pos="28000">
                      <a:schemeClr val="accent1">
                        <a:lumMod val="30000"/>
                        <a:lumOff val="70000"/>
                      </a:schemeClr>
                    </a:gs>
                  </a:gsLst>
                  <a:lin ang="5400000" scaled="1"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Missing Features </a:t>
            </a:r>
          </a:p>
        </p:txBody>
      </p:sp>
      <p:pic>
        <p:nvPicPr>
          <p:cNvPr id="5" name="Content Placeholder 4" descr="4K Resolution">
            <a:extLst>
              <a:ext uri="{FF2B5EF4-FFF2-40B4-BE49-F238E27FC236}">
                <a16:creationId xmlns:a16="http://schemas.microsoft.com/office/drawing/2014/main" id="{FAF85310-1872-F50B-67DC-74E6E2AE362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9152" r="19538" b="1"/>
          <a:stretch/>
        </p:blipFill>
        <p:spPr>
          <a:xfrm>
            <a:off x="10620734" y="5416824"/>
            <a:ext cx="1271696" cy="1166723"/>
          </a:xfrm>
          <a:prstGeom prst="rect">
            <a:avLst/>
          </a:prstGeom>
          <a:effectLst>
            <a:reflection blurRad="927100" stA="60000" endPos="65000" dist="1104900" dir="5400000" sy="-100000" algn="bl" rotWithShape="0"/>
          </a:effectLst>
          <a:scene3d>
            <a:camera prst="orthographicFront"/>
            <a:lightRig rig="threePt" dir="t"/>
          </a:scene3d>
          <a:sp3d contourW="12700">
            <a:bevelT/>
            <a:contourClr>
              <a:srgbClr val="FFC000"/>
            </a:contourClr>
          </a:sp3d>
        </p:spPr>
      </p:pic>
      <p:graphicFrame>
        <p:nvGraphicFramePr>
          <p:cNvPr id="2" name="Diagram 1">
            <a:extLst>
              <a:ext uri="{FF2B5EF4-FFF2-40B4-BE49-F238E27FC236}">
                <a16:creationId xmlns:a16="http://schemas.microsoft.com/office/drawing/2014/main" id="{57BB04D9-1ACF-393E-4ACE-49FC0223850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422483889"/>
              </p:ext>
            </p:extLst>
          </p:nvPr>
        </p:nvGraphicFramePr>
        <p:xfrm>
          <a:off x="3701561" y="1577046"/>
          <a:ext cx="6796454" cy="427863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sp>
        <p:nvSpPr>
          <p:cNvPr id="4" name="TextBox 4">
            <a:extLst>
              <a:ext uri="{FF2B5EF4-FFF2-40B4-BE49-F238E27FC236}">
                <a16:creationId xmlns:a16="http://schemas.microsoft.com/office/drawing/2014/main" id="{A79BA63B-817F-FD7D-327F-48452E9AF604}"/>
              </a:ext>
            </a:extLst>
          </p:cNvPr>
          <p:cNvSpPr txBox="1"/>
          <p:nvPr/>
        </p:nvSpPr>
        <p:spPr>
          <a:xfrm>
            <a:off x="10438434" y="550659"/>
            <a:ext cx="16362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s-E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rgbClr val="FFFF00"/>
                </a:solidFill>
              </a:rPr>
              <a:t>TRISTAN</a:t>
            </a:r>
          </a:p>
        </p:txBody>
      </p:sp>
    </p:spTree>
    <p:extLst>
      <p:ext uri="{BB962C8B-B14F-4D97-AF65-F5344CB8AC3E}">
        <p14:creationId xmlns:p14="http://schemas.microsoft.com/office/powerpoint/2010/main" val="99158715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878F3E-13A5-9CEC-0E2F-3170624AC6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A blue background with white text&#10;&#10;AI-generated content may be incorrect.">
            <a:extLst>
              <a:ext uri="{FF2B5EF4-FFF2-40B4-BE49-F238E27FC236}">
                <a16:creationId xmlns:a16="http://schemas.microsoft.com/office/drawing/2014/main" id="{B19797B7-9452-43DD-FBDF-9EA9228314E4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-11556"/>
            <a:ext cx="12192001" cy="6869556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A14D7609-731B-B37B-C4F3-771B4ECCFEEC}"/>
              </a:ext>
            </a:extLst>
          </p:cNvPr>
          <p:cNvSpPr txBox="1">
            <a:spLocks/>
          </p:cNvSpPr>
          <p:nvPr/>
        </p:nvSpPr>
        <p:spPr>
          <a:xfrm>
            <a:off x="3991232" y="-152327"/>
            <a:ext cx="5916168" cy="152704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400" dirty="0">
                <a:gradFill>
                  <a:gsLst>
                    <a:gs pos="49000">
                      <a:srgbClr val="FFC000"/>
                    </a:gs>
                    <a:gs pos="70000">
                      <a:schemeClr val="accent1">
                        <a:lumMod val="45000"/>
                        <a:lumOff val="55000"/>
                      </a:schemeClr>
                    </a:gs>
                    <a:gs pos="0">
                      <a:schemeClr val="accent1">
                        <a:lumMod val="45000"/>
                        <a:lumOff val="55000"/>
                      </a:schemeClr>
                    </a:gs>
                    <a:gs pos="28000">
                      <a:schemeClr val="accent1">
                        <a:lumMod val="30000"/>
                        <a:lumOff val="70000"/>
                      </a:schemeClr>
                    </a:gs>
                  </a:gsLst>
                  <a:lin ang="5400000" scaled="1"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CONCLUSION</a:t>
            </a:r>
          </a:p>
        </p:txBody>
      </p:sp>
      <p:pic>
        <p:nvPicPr>
          <p:cNvPr id="2" name="Picture 1" descr="A person in a mask fishing from laptops&#10;&#10;AI-generated content may be incorrect.">
            <a:extLst>
              <a:ext uri="{FF2B5EF4-FFF2-40B4-BE49-F238E27FC236}">
                <a16:creationId xmlns:a16="http://schemas.microsoft.com/office/drawing/2014/main" id="{C6BEE6A2-11DF-ACC2-2B51-1B7FFB22AAF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16624" y="2659698"/>
            <a:ext cx="2952292" cy="1527048"/>
          </a:xfrm>
          <a:prstGeom prst="rect">
            <a:avLst/>
          </a:prstGeom>
          <a:scene3d>
            <a:camera prst="orthographicFront"/>
            <a:lightRig rig="threePt" dir="t"/>
          </a:scene3d>
          <a:sp3d>
            <a:bevelT/>
          </a:sp3d>
        </p:spPr>
      </p:pic>
      <p:graphicFrame>
        <p:nvGraphicFramePr>
          <p:cNvPr id="3" name="Diagram 2">
            <a:extLst>
              <a:ext uri="{FF2B5EF4-FFF2-40B4-BE49-F238E27FC236}">
                <a16:creationId xmlns:a16="http://schemas.microsoft.com/office/drawing/2014/main" id="{8524A100-3C6C-C84A-FC55-F48A61B635B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173266711"/>
              </p:ext>
            </p:extLst>
          </p:nvPr>
        </p:nvGraphicFramePr>
        <p:xfrm>
          <a:off x="209476" y="1184276"/>
          <a:ext cx="11119859" cy="447789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sp>
        <p:nvSpPr>
          <p:cNvPr id="4" name="TextBox 4">
            <a:extLst>
              <a:ext uri="{FF2B5EF4-FFF2-40B4-BE49-F238E27FC236}">
                <a16:creationId xmlns:a16="http://schemas.microsoft.com/office/drawing/2014/main" id="{A79BA63B-817F-FD7D-327F-48452E9AF604}"/>
              </a:ext>
            </a:extLst>
          </p:cNvPr>
          <p:cNvSpPr txBox="1"/>
          <p:nvPr/>
        </p:nvSpPr>
        <p:spPr>
          <a:xfrm>
            <a:off x="9721517" y="522468"/>
            <a:ext cx="24704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s-E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rgbClr val="FFFF00"/>
                </a:solidFill>
              </a:rPr>
              <a:t>EYAAN  &amp; EZEKIEL</a:t>
            </a:r>
          </a:p>
        </p:txBody>
      </p:sp>
    </p:spTree>
    <p:extLst>
      <p:ext uri="{BB962C8B-B14F-4D97-AF65-F5344CB8AC3E}">
        <p14:creationId xmlns:p14="http://schemas.microsoft.com/office/powerpoint/2010/main" val="73013719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288</TotalTime>
  <Words>79</Words>
  <Application>Microsoft Office PowerPoint</Application>
  <PresentationFormat>Widescreen</PresentationFormat>
  <Paragraphs>28</Paragraphs>
  <Slides>4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Julia Garcia</dc:creator>
  <cp:lastModifiedBy>Julia Garcia</cp:lastModifiedBy>
  <cp:revision>63</cp:revision>
  <dcterms:created xsi:type="dcterms:W3CDTF">2025-03-22T21:55:41Z</dcterms:created>
  <dcterms:modified xsi:type="dcterms:W3CDTF">2025-04-14T20:22:39Z</dcterms:modified>
</cp:coreProperties>
</file>