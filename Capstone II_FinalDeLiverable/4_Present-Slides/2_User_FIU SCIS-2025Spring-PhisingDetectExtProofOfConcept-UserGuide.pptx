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1" r:id="rId3"/>
    <p:sldId id="262" r:id="rId4"/>
    <p:sldId id="260" r:id="rId5"/>
    <p:sldId id="263" r:id="rId6"/>
    <p:sldId id="264" r:id="rId7"/>
    <p:sldId id="266" r:id="rId8"/>
    <p:sldId id="265" r:id="rId9"/>
    <p:sldId id="256" r:id="rId10"/>
    <p:sldId id="258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72" y="1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A79EBD-D7DE-4A29-8EE2-29B86D6EFFEE}" type="doc">
      <dgm:prSet loTypeId="urn:microsoft.com/office/officeart/2005/8/layout/list1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09FBBFF5-4570-4926-8B02-4756F24C941F}">
      <dgm:prSet phldrT="[Text]"/>
      <dgm:spPr/>
      <dgm:t>
        <a:bodyPr/>
        <a:lstStyle/>
        <a:p>
          <a:r>
            <a:rPr lang="en-US" dirty="0"/>
            <a:t>Real Time Protection</a:t>
          </a:r>
          <a:endParaRPr lang="es-ES" dirty="0"/>
        </a:p>
      </dgm:t>
    </dgm:pt>
    <dgm:pt modelId="{269808DB-84B5-44AC-BF88-1E7084201AB0}" type="parTrans" cxnId="{0B731C7D-7BCE-4E8C-89E4-0A87DFA2B8B0}">
      <dgm:prSet/>
      <dgm:spPr/>
      <dgm:t>
        <a:bodyPr/>
        <a:lstStyle/>
        <a:p>
          <a:endParaRPr lang="es-ES"/>
        </a:p>
      </dgm:t>
    </dgm:pt>
    <dgm:pt modelId="{B7966BDD-2D5B-4072-BE2E-FD64DC5DD86C}" type="sibTrans" cxnId="{0B731C7D-7BCE-4E8C-89E4-0A87DFA2B8B0}">
      <dgm:prSet/>
      <dgm:spPr/>
      <dgm:t>
        <a:bodyPr/>
        <a:lstStyle/>
        <a:p>
          <a:endParaRPr lang="es-ES"/>
        </a:p>
      </dgm:t>
    </dgm:pt>
    <dgm:pt modelId="{1A65B5D6-BF39-479C-8DB3-111608154E34}">
      <dgm:prSet/>
      <dgm:spPr/>
      <dgm:t>
        <a:bodyPr/>
        <a:lstStyle/>
        <a:p>
          <a:r>
            <a:rPr lang="es-ES"/>
            <a:t>Detecting Harmful URLs</a:t>
          </a:r>
        </a:p>
      </dgm:t>
    </dgm:pt>
    <dgm:pt modelId="{197E8EF3-8BB2-4650-9B55-668B44C2A9BB}" type="parTrans" cxnId="{C30D811D-FEFE-4708-AB50-15948DFBB7C8}">
      <dgm:prSet/>
      <dgm:spPr/>
      <dgm:t>
        <a:bodyPr/>
        <a:lstStyle/>
        <a:p>
          <a:endParaRPr lang="es-ES"/>
        </a:p>
      </dgm:t>
    </dgm:pt>
    <dgm:pt modelId="{38B91AD1-0913-42F4-9F92-583E819A25AE}" type="sibTrans" cxnId="{C30D811D-FEFE-4708-AB50-15948DFBB7C8}">
      <dgm:prSet/>
      <dgm:spPr/>
      <dgm:t>
        <a:bodyPr/>
        <a:lstStyle/>
        <a:p>
          <a:endParaRPr lang="es-ES"/>
        </a:p>
      </dgm:t>
    </dgm:pt>
    <dgm:pt modelId="{CDBF658E-C28D-4C4B-837B-2A6B610EB1A3}">
      <dgm:prSet/>
      <dgm:spPr/>
      <dgm:t>
        <a:bodyPr/>
        <a:lstStyle/>
        <a:p>
          <a:r>
            <a:rPr lang="es-ES"/>
            <a:t>Suspicious Content Alerts</a:t>
          </a:r>
        </a:p>
      </dgm:t>
    </dgm:pt>
    <dgm:pt modelId="{E06CCF3B-9FC7-40A3-A8FB-27228F318D0F}" type="parTrans" cxnId="{CDFF959C-6487-4338-A9F9-2AC2C9663D17}">
      <dgm:prSet/>
      <dgm:spPr/>
      <dgm:t>
        <a:bodyPr/>
        <a:lstStyle/>
        <a:p>
          <a:endParaRPr lang="es-ES"/>
        </a:p>
      </dgm:t>
    </dgm:pt>
    <dgm:pt modelId="{9EAE6CA4-3FF0-4695-A7F0-E79D64A1C15F}" type="sibTrans" cxnId="{CDFF959C-6487-4338-A9F9-2AC2C9663D17}">
      <dgm:prSet/>
      <dgm:spPr/>
      <dgm:t>
        <a:bodyPr/>
        <a:lstStyle/>
        <a:p>
          <a:endParaRPr lang="es-ES"/>
        </a:p>
      </dgm:t>
    </dgm:pt>
    <dgm:pt modelId="{AFA3CDC4-870C-4E8E-A465-F7CDA1BBACE8}" type="pres">
      <dgm:prSet presAssocID="{F6A79EBD-D7DE-4A29-8EE2-29B86D6EFFEE}" presName="linear" presStyleCnt="0">
        <dgm:presLayoutVars>
          <dgm:dir/>
          <dgm:animLvl val="lvl"/>
          <dgm:resizeHandles val="exact"/>
        </dgm:presLayoutVars>
      </dgm:prSet>
      <dgm:spPr/>
    </dgm:pt>
    <dgm:pt modelId="{6F474A3D-3599-47A7-BBF6-C259ADFFB556}" type="pres">
      <dgm:prSet presAssocID="{09FBBFF5-4570-4926-8B02-4756F24C941F}" presName="parentLin" presStyleCnt="0"/>
      <dgm:spPr/>
    </dgm:pt>
    <dgm:pt modelId="{A197CF3E-647C-498D-B926-5E55AC9EFE2E}" type="pres">
      <dgm:prSet presAssocID="{09FBBFF5-4570-4926-8B02-4756F24C941F}" presName="parentLeftMargin" presStyleLbl="node1" presStyleIdx="0" presStyleCnt="3"/>
      <dgm:spPr/>
    </dgm:pt>
    <dgm:pt modelId="{1EC35655-CA89-4E38-82D3-971171B4C3D2}" type="pres">
      <dgm:prSet presAssocID="{09FBBFF5-4570-4926-8B02-4756F24C941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3728AA4-E9FB-4899-B8F8-41A98352E1EA}" type="pres">
      <dgm:prSet presAssocID="{09FBBFF5-4570-4926-8B02-4756F24C941F}" presName="negativeSpace" presStyleCnt="0"/>
      <dgm:spPr/>
    </dgm:pt>
    <dgm:pt modelId="{448AF0CE-02F2-4175-84CC-6EC5567225F2}" type="pres">
      <dgm:prSet presAssocID="{09FBBFF5-4570-4926-8B02-4756F24C941F}" presName="childText" presStyleLbl="conFgAcc1" presStyleIdx="0" presStyleCnt="3" custLinFactNeighborX="-6231" custLinFactNeighborY="13157">
        <dgm:presLayoutVars>
          <dgm:bulletEnabled val="1"/>
        </dgm:presLayoutVars>
      </dgm:prSet>
      <dgm:spPr/>
    </dgm:pt>
    <dgm:pt modelId="{8B656B1D-5D4A-40B8-93C2-EC83E89702A2}" type="pres">
      <dgm:prSet presAssocID="{B7966BDD-2D5B-4072-BE2E-FD64DC5DD86C}" presName="spaceBetweenRectangles" presStyleCnt="0"/>
      <dgm:spPr/>
    </dgm:pt>
    <dgm:pt modelId="{0189668D-6B0C-4733-91BD-D1D428DCEE0D}" type="pres">
      <dgm:prSet presAssocID="{1A65B5D6-BF39-479C-8DB3-111608154E34}" presName="parentLin" presStyleCnt="0"/>
      <dgm:spPr/>
    </dgm:pt>
    <dgm:pt modelId="{9BF03090-0AEE-4B3A-A265-FE7FFFDD614D}" type="pres">
      <dgm:prSet presAssocID="{1A65B5D6-BF39-479C-8DB3-111608154E34}" presName="parentLeftMargin" presStyleLbl="node1" presStyleIdx="0" presStyleCnt="3"/>
      <dgm:spPr/>
    </dgm:pt>
    <dgm:pt modelId="{A2872D2A-2B68-4A16-B151-D91D93978A3B}" type="pres">
      <dgm:prSet presAssocID="{1A65B5D6-BF39-479C-8DB3-111608154E3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8D133A-A1C2-41A3-9647-D3344F8F98C3}" type="pres">
      <dgm:prSet presAssocID="{1A65B5D6-BF39-479C-8DB3-111608154E34}" presName="negativeSpace" presStyleCnt="0"/>
      <dgm:spPr/>
    </dgm:pt>
    <dgm:pt modelId="{9EB75738-655F-4EE6-825B-25B99C020E8A}" type="pres">
      <dgm:prSet presAssocID="{1A65B5D6-BF39-479C-8DB3-111608154E34}" presName="childText" presStyleLbl="conFgAcc1" presStyleIdx="1" presStyleCnt="3">
        <dgm:presLayoutVars>
          <dgm:bulletEnabled val="1"/>
        </dgm:presLayoutVars>
      </dgm:prSet>
      <dgm:spPr/>
    </dgm:pt>
    <dgm:pt modelId="{8B6A3150-D922-4ADE-A24A-27B18F9F5910}" type="pres">
      <dgm:prSet presAssocID="{38B91AD1-0913-42F4-9F92-583E819A25AE}" presName="spaceBetweenRectangles" presStyleCnt="0"/>
      <dgm:spPr/>
    </dgm:pt>
    <dgm:pt modelId="{DE31D17F-30F8-4F69-9CD9-12A87532976F}" type="pres">
      <dgm:prSet presAssocID="{CDBF658E-C28D-4C4B-837B-2A6B610EB1A3}" presName="parentLin" presStyleCnt="0"/>
      <dgm:spPr/>
    </dgm:pt>
    <dgm:pt modelId="{8B331802-79B3-443D-ADB2-D60D6AA5B8A1}" type="pres">
      <dgm:prSet presAssocID="{CDBF658E-C28D-4C4B-837B-2A6B610EB1A3}" presName="parentLeftMargin" presStyleLbl="node1" presStyleIdx="1" presStyleCnt="3"/>
      <dgm:spPr/>
    </dgm:pt>
    <dgm:pt modelId="{968CF035-DE5B-459C-A2DF-086456E390E7}" type="pres">
      <dgm:prSet presAssocID="{CDBF658E-C28D-4C4B-837B-2A6B610EB1A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E9B0BAE-7B37-4DAB-9A29-68FE4E5864C1}" type="pres">
      <dgm:prSet presAssocID="{CDBF658E-C28D-4C4B-837B-2A6B610EB1A3}" presName="negativeSpace" presStyleCnt="0"/>
      <dgm:spPr/>
    </dgm:pt>
    <dgm:pt modelId="{0A2BA5DA-DABF-4755-8F8E-E44245DFCD73}" type="pres">
      <dgm:prSet presAssocID="{CDBF658E-C28D-4C4B-837B-2A6B610EB1A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BEBED08-D6E5-4EA5-AB0E-FAF70449D003}" type="presOf" srcId="{F6A79EBD-D7DE-4A29-8EE2-29B86D6EFFEE}" destId="{AFA3CDC4-870C-4E8E-A465-F7CDA1BBACE8}" srcOrd="0" destOrd="0" presId="urn:microsoft.com/office/officeart/2005/8/layout/list1"/>
    <dgm:cxn modelId="{C30D811D-FEFE-4708-AB50-15948DFBB7C8}" srcId="{F6A79EBD-D7DE-4A29-8EE2-29B86D6EFFEE}" destId="{1A65B5D6-BF39-479C-8DB3-111608154E34}" srcOrd="1" destOrd="0" parTransId="{197E8EF3-8BB2-4650-9B55-668B44C2A9BB}" sibTransId="{38B91AD1-0913-42F4-9F92-583E819A25AE}"/>
    <dgm:cxn modelId="{E99CA73C-DE1D-431D-B1E8-DE78DBBE29CC}" type="presOf" srcId="{1A65B5D6-BF39-479C-8DB3-111608154E34}" destId="{A2872D2A-2B68-4A16-B151-D91D93978A3B}" srcOrd="1" destOrd="0" presId="urn:microsoft.com/office/officeart/2005/8/layout/list1"/>
    <dgm:cxn modelId="{9D137074-13FB-4000-B279-FC73F2E7B924}" type="presOf" srcId="{CDBF658E-C28D-4C4B-837B-2A6B610EB1A3}" destId="{968CF035-DE5B-459C-A2DF-086456E390E7}" srcOrd="1" destOrd="0" presId="urn:microsoft.com/office/officeart/2005/8/layout/list1"/>
    <dgm:cxn modelId="{D15EF855-B5E5-40BD-9B02-039F700EC7E9}" type="presOf" srcId="{CDBF658E-C28D-4C4B-837B-2A6B610EB1A3}" destId="{8B331802-79B3-443D-ADB2-D60D6AA5B8A1}" srcOrd="0" destOrd="0" presId="urn:microsoft.com/office/officeart/2005/8/layout/list1"/>
    <dgm:cxn modelId="{0B731C7D-7BCE-4E8C-89E4-0A87DFA2B8B0}" srcId="{F6A79EBD-D7DE-4A29-8EE2-29B86D6EFFEE}" destId="{09FBBFF5-4570-4926-8B02-4756F24C941F}" srcOrd="0" destOrd="0" parTransId="{269808DB-84B5-44AC-BF88-1E7084201AB0}" sibTransId="{B7966BDD-2D5B-4072-BE2E-FD64DC5DD86C}"/>
    <dgm:cxn modelId="{CDFF959C-6487-4338-A9F9-2AC2C9663D17}" srcId="{F6A79EBD-D7DE-4A29-8EE2-29B86D6EFFEE}" destId="{CDBF658E-C28D-4C4B-837B-2A6B610EB1A3}" srcOrd="2" destOrd="0" parTransId="{E06CCF3B-9FC7-40A3-A8FB-27228F318D0F}" sibTransId="{9EAE6CA4-3FF0-4695-A7F0-E79D64A1C15F}"/>
    <dgm:cxn modelId="{7933EA9E-957B-42D8-9E72-88C624071DDF}" type="presOf" srcId="{1A65B5D6-BF39-479C-8DB3-111608154E34}" destId="{9BF03090-0AEE-4B3A-A265-FE7FFFDD614D}" srcOrd="0" destOrd="0" presId="urn:microsoft.com/office/officeart/2005/8/layout/list1"/>
    <dgm:cxn modelId="{A1043ECF-7776-44F8-9CC8-E0EF33C8C9E8}" type="presOf" srcId="{09FBBFF5-4570-4926-8B02-4756F24C941F}" destId="{A197CF3E-647C-498D-B926-5E55AC9EFE2E}" srcOrd="0" destOrd="0" presId="urn:microsoft.com/office/officeart/2005/8/layout/list1"/>
    <dgm:cxn modelId="{58BE02D5-4EB4-4BA7-8973-89190C0ED1ED}" type="presOf" srcId="{09FBBFF5-4570-4926-8B02-4756F24C941F}" destId="{1EC35655-CA89-4E38-82D3-971171B4C3D2}" srcOrd="1" destOrd="0" presId="urn:microsoft.com/office/officeart/2005/8/layout/list1"/>
    <dgm:cxn modelId="{A82C6FA6-A135-4CD8-9BB2-18928178890A}" type="presParOf" srcId="{AFA3CDC4-870C-4E8E-A465-F7CDA1BBACE8}" destId="{6F474A3D-3599-47A7-BBF6-C259ADFFB556}" srcOrd="0" destOrd="0" presId="urn:microsoft.com/office/officeart/2005/8/layout/list1"/>
    <dgm:cxn modelId="{B699ECB1-4662-4242-9F26-9D5E7149AF97}" type="presParOf" srcId="{6F474A3D-3599-47A7-BBF6-C259ADFFB556}" destId="{A197CF3E-647C-498D-B926-5E55AC9EFE2E}" srcOrd="0" destOrd="0" presId="urn:microsoft.com/office/officeart/2005/8/layout/list1"/>
    <dgm:cxn modelId="{4135D45A-E271-4F80-BBEF-603000D607D7}" type="presParOf" srcId="{6F474A3D-3599-47A7-BBF6-C259ADFFB556}" destId="{1EC35655-CA89-4E38-82D3-971171B4C3D2}" srcOrd="1" destOrd="0" presId="urn:microsoft.com/office/officeart/2005/8/layout/list1"/>
    <dgm:cxn modelId="{5D736A94-A1AA-43BD-83FB-A294F258CCEC}" type="presParOf" srcId="{AFA3CDC4-870C-4E8E-A465-F7CDA1BBACE8}" destId="{63728AA4-E9FB-4899-B8F8-41A98352E1EA}" srcOrd="1" destOrd="0" presId="urn:microsoft.com/office/officeart/2005/8/layout/list1"/>
    <dgm:cxn modelId="{D5C9BBD8-C74F-474D-8693-F82E62597DAF}" type="presParOf" srcId="{AFA3CDC4-870C-4E8E-A465-F7CDA1BBACE8}" destId="{448AF0CE-02F2-4175-84CC-6EC5567225F2}" srcOrd="2" destOrd="0" presId="urn:microsoft.com/office/officeart/2005/8/layout/list1"/>
    <dgm:cxn modelId="{3C1FFC1F-7AA1-43CD-AB78-083F1AA84BC0}" type="presParOf" srcId="{AFA3CDC4-870C-4E8E-A465-F7CDA1BBACE8}" destId="{8B656B1D-5D4A-40B8-93C2-EC83E89702A2}" srcOrd="3" destOrd="0" presId="urn:microsoft.com/office/officeart/2005/8/layout/list1"/>
    <dgm:cxn modelId="{2C61D90A-06AF-4210-AA01-741232224299}" type="presParOf" srcId="{AFA3CDC4-870C-4E8E-A465-F7CDA1BBACE8}" destId="{0189668D-6B0C-4733-91BD-D1D428DCEE0D}" srcOrd="4" destOrd="0" presId="urn:microsoft.com/office/officeart/2005/8/layout/list1"/>
    <dgm:cxn modelId="{1C9D9F04-AE6A-4C3A-B748-9ED5CEE98E8C}" type="presParOf" srcId="{0189668D-6B0C-4733-91BD-D1D428DCEE0D}" destId="{9BF03090-0AEE-4B3A-A265-FE7FFFDD614D}" srcOrd="0" destOrd="0" presId="urn:microsoft.com/office/officeart/2005/8/layout/list1"/>
    <dgm:cxn modelId="{71EB0291-2DD3-44F5-88A8-BAB0622807A6}" type="presParOf" srcId="{0189668D-6B0C-4733-91BD-D1D428DCEE0D}" destId="{A2872D2A-2B68-4A16-B151-D91D93978A3B}" srcOrd="1" destOrd="0" presId="urn:microsoft.com/office/officeart/2005/8/layout/list1"/>
    <dgm:cxn modelId="{AC35D9B9-1D6A-4617-A709-BEF3EAA64E0D}" type="presParOf" srcId="{AFA3CDC4-870C-4E8E-A465-F7CDA1BBACE8}" destId="{288D133A-A1C2-41A3-9647-D3344F8F98C3}" srcOrd="5" destOrd="0" presId="urn:microsoft.com/office/officeart/2005/8/layout/list1"/>
    <dgm:cxn modelId="{DAB5A3F0-F010-4100-9DFD-F80B236E7A96}" type="presParOf" srcId="{AFA3CDC4-870C-4E8E-A465-F7CDA1BBACE8}" destId="{9EB75738-655F-4EE6-825B-25B99C020E8A}" srcOrd="6" destOrd="0" presId="urn:microsoft.com/office/officeart/2005/8/layout/list1"/>
    <dgm:cxn modelId="{40122839-B471-42DE-854C-E1309C923877}" type="presParOf" srcId="{AFA3CDC4-870C-4E8E-A465-F7CDA1BBACE8}" destId="{8B6A3150-D922-4ADE-A24A-27B18F9F5910}" srcOrd="7" destOrd="0" presId="urn:microsoft.com/office/officeart/2005/8/layout/list1"/>
    <dgm:cxn modelId="{00EE9CF4-0943-4289-AA80-A69C452F4A3A}" type="presParOf" srcId="{AFA3CDC4-870C-4E8E-A465-F7CDA1BBACE8}" destId="{DE31D17F-30F8-4F69-9CD9-12A87532976F}" srcOrd="8" destOrd="0" presId="urn:microsoft.com/office/officeart/2005/8/layout/list1"/>
    <dgm:cxn modelId="{09A85883-4C51-4388-84AA-508C9D4CFA62}" type="presParOf" srcId="{DE31D17F-30F8-4F69-9CD9-12A87532976F}" destId="{8B331802-79B3-443D-ADB2-D60D6AA5B8A1}" srcOrd="0" destOrd="0" presId="urn:microsoft.com/office/officeart/2005/8/layout/list1"/>
    <dgm:cxn modelId="{B3366DFA-E647-4218-98B2-75E57B1A2912}" type="presParOf" srcId="{DE31D17F-30F8-4F69-9CD9-12A87532976F}" destId="{968CF035-DE5B-459C-A2DF-086456E390E7}" srcOrd="1" destOrd="0" presId="urn:microsoft.com/office/officeart/2005/8/layout/list1"/>
    <dgm:cxn modelId="{434DCFE5-E826-41D0-92F4-CCDEFD4F8930}" type="presParOf" srcId="{AFA3CDC4-870C-4E8E-A465-F7CDA1BBACE8}" destId="{3E9B0BAE-7B37-4DAB-9A29-68FE4E5864C1}" srcOrd="9" destOrd="0" presId="urn:microsoft.com/office/officeart/2005/8/layout/list1"/>
    <dgm:cxn modelId="{EE8F201A-0DFF-4641-96DA-89F84DCFB710}" type="presParOf" srcId="{AFA3CDC4-870C-4E8E-A465-F7CDA1BBACE8}" destId="{0A2BA5DA-DABF-4755-8F8E-E44245DFCD7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22FA14-10EA-434B-9294-EC12E2BE2259}" type="doc">
      <dgm:prSet loTypeId="urn:microsoft.com/office/officeart/2005/8/layout/chevron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B2E0A4D5-4676-4115-B43E-8D60D0A4CEC0}">
      <dgm:prSet phldrT="[Text]"/>
      <dgm:spPr/>
      <dgm:t>
        <a:bodyPr/>
        <a:lstStyle/>
        <a:p>
          <a:endParaRPr lang="es-ES" dirty="0"/>
        </a:p>
      </dgm:t>
    </dgm:pt>
    <dgm:pt modelId="{3FC62DFD-E85E-4F11-A3A8-ED4339803AF5}" type="parTrans" cxnId="{CB77C865-77BB-4492-987B-14BB10144A52}">
      <dgm:prSet/>
      <dgm:spPr/>
      <dgm:t>
        <a:bodyPr/>
        <a:lstStyle/>
        <a:p>
          <a:endParaRPr lang="es-ES"/>
        </a:p>
      </dgm:t>
    </dgm:pt>
    <dgm:pt modelId="{B7F5ECE2-7E07-45B4-B7DB-3C10E0D3137B}" type="sibTrans" cxnId="{CB77C865-77BB-4492-987B-14BB10144A52}">
      <dgm:prSet/>
      <dgm:spPr/>
      <dgm:t>
        <a:bodyPr/>
        <a:lstStyle/>
        <a:p>
          <a:endParaRPr lang="es-ES"/>
        </a:p>
      </dgm:t>
    </dgm:pt>
    <dgm:pt modelId="{D1C109A5-9EA3-423A-B4CA-F4EDAF965670}">
      <dgm:prSet phldrT="[Text]"/>
      <dgm:spPr/>
      <dgm:t>
        <a:bodyPr/>
        <a:lstStyle/>
        <a:p>
          <a:r>
            <a:rPr lang="en-US" noProof="0" dirty="0"/>
            <a:t>Coverage of Phishing Techniques</a:t>
          </a:r>
        </a:p>
      </dgm:t>
    </dgm:pt>
    <dgm:pt modelId="{AB7BF39E-6E37-42DD-A22A-AD8E49CB7635}" type="parTrans" cxnId="{795A649F-2073-4EC1-B882-9A57E6E87002}">
      <dgm:prSet/>
      <dgm:spPr/>
      <dgm:t>
        <a:bodyPr/>
        <a:lstStyle/>
        <a:p>
          <a:endParaRPr lang="es-ES"/>
        </a:p>
      </dgm:t>
    </dgm:pt>
    <dgm:pt modelId="{5C6C39C2-653E-4D69-ACF3-B7E41A7304E5}" type="sibTrans" cxnId="{795A649F-2073-4EC1-B882-9A57E6E87002}">
      <dgm:prSet/>
      <dgm:spPr/>
      <dgm:t>
        <a:bodyPr/>
        <a:lstStyle/>
        <a:p>
          <a:endParaRPr lang="es-ES"/>
        </a:p>
      </dgm:t>
    </dgm:pt>
    <dgm:pt modelId="{DA3CAD45-BB13-4C98-8759-48C243CB1455}">
      <dgm:prSet phldrT="[Text]"/>
      <dgm:spPr/>
      <dgm:t>
        <a:bodyPr/>
        <a:lstStyle/>
        <a:p>
          <a:endParaRPr lang="es-ES" dirty="0"/>
        </a:p>
      </dgm:t>
    </dgm:pt>
    <dgm:pt modelId="{9E9561A9-C1F4-4A29-9E20-D304BEAAB900}" type="parTrans" cxnId="{89A19384-DF90-4F70-8FBB-1A880CD2DDE3}">
      <dgm:prSet/>
      <dgm:spPr/>
      <dgm:t>
        <a:bodyPr/>
        <a:lstStyle/>
        <a:p>
          <a:endParaRPr lang="es-ES"/>
        </a:p>
      </dgm:t>
    </dgm:pt>
    <dgm:pt modelId="{0966C088-26FE-4EB6-83C3-EEBDADD2CBBF}" type="sibTrans" cxnId="{89A19384-DF90-4F70-8FBB-1A880CD2DDE3}">
      <dgm:prSet/>
      <dgm:spPr/>
      <dgm:t>
        <a:bodyPr/>
        <a:lstStyle/>
        <a:p>
          <a:endParaRPr lang="es-ES"/>
        </a:p>
      </dgm:t>
    </dgm:pt>
    <dgm:pt modelId="{146B370E-306F-4189-9560-E3AD616EEB14}">
      <dgm:prSet phldrT="[Text]"/>
      <dgm:spPr/>
      <dgm:t>
        <a:bodyPr/>
        <a:lstStyle/>
        <a:p>
          <a:r>
            <a:rPr lang="en-US" noProof="0" dirty="0"/>
            <a:t>Limitations in Detection</a:t>
          </a:r>
        </a:p>
      </dgm:t>
    </dgm:pt>
    <dgm:pt modelId="{A6208708-E0B7-4597-8F37-81BCC3344BB2}" type="parTrans" cxnId="{70B36051-0B85-4E85-B267-45407617706A}">
      <dgm:prSet/>
      <dgm:spPr/>
      <dgm:t>
        <a:bodyPr/>
        <a:lstStyle/>
        <a:p>
          <a:endParaRPr lang="es-ES"/>
        </a:p>
      </dgm:t>
    </dgm:pt>
    <dgm:pt modelId="{E44DCC1E-9455-4DC5-A7C8-1898C4671FF1}" type="sibTrans" cxnId="{70B36051-0B85-4E85-B267-45407617706A}">
      <dgm:prSet/>
      <dgm:spPr/>
      <dgm:t>
        <a:bodyPr/>
        <a:lstStyle/>
        <a:p>
          <a:endParaRPr lang="es-ES"/>
        </a:p>
      </dgm:t>
    </dgm:pt>
    <dgm:pt modelId="{0CA8FB4D-3DD9-4DAC-AE66-6929132C8E3B}">
      <dgm:prSet phldrT="[Text]"/>
      <dgm:spPr/>
      <dgm:t>
        <a:bodyPr/>
        <a:lstStyle/>
        <a:p>
          <a:endParaRPr lang="es-ES" dirty="0"/>
        </a:p>
      </dgm:t>
    </dgm:pt>
    <dgm:pt modelId="{B9707174-985B-4FEA-970D-134397656E50}" type="parTrans" cxnId="{771E2465-41CD-4B1F-A001-455BA2EE2D91}">
      <dgm:prSet/>
      <dgm:spPr/>
      <dgm:t>
        <a:bodyPr/>
        <a:lstStyle/>
        <a:p>
          <a:endParaRPr lang="es-ES"/>
        </a:p>
      </dgm:t>
    </dgm:pt>
    <dgm:pt modelId="{AFA04EC3-1ABF-4654-8BFD-5EBFA40FFC6F}" type="sibTrans" cxnId="{771E2465-41CD-4B1F-A001-455BA2EE2D91}">
      <dgm:prSet/>
      <dgm:spPr/>
      <dgm:t>
        <a:bodyPr/>
        <a:lstStyle/>
        <a:p>
          <a:endParaRPr lang="es-ES"/>
        </a:p>
      </dgm:t>
    </dgm:pt>
    <dgm:pt modelId="{37023B5C-6DDE-4411-BCA5-983152EE0AE1}">
      <dgm:prSet phldrT="[Text]"/>
      <dgm:spPr/>
      <dgm:t>
        <a:bodyPr/>
        <a:lstStyle/>
        <a:p>
          <a:r>
            <a:rPr lang="en-US" noProof="0" dirty="0"/>
            <a:t>Need for Realistic Expectations</a:t>
          </a:r>
        </a:p>
      </dgm:t>
    </dgm:pt>
    <dgm:pt modelId="{48EFDF06-EDDF-43BC-A551-A19F848F086C}" type="parTrans" cxnId="{C777EDA2-5C2E-4980-B48D-04EECC65F73A}">
      <dgm:prSet/>
      <dgm:spPr/>
      <dgm:t>
        <a:bodyPr/>
        <a:lstStyle/>
        <a:p>
          <a:endParaRPr lang="es-ES"/>
        </a:p>
      </dgm:t>
    </dgm:pt>
    <dgm:pt modelId="{3E9EB917-9B9A-4A4A-A874-E634491C3AD4}" type="sibTrans" cxnId="{C777EDA2-5C2E-4980-B48D-04EECC65F73A}">
      <dgm:prSet/>
      <dgm:spPr/>
      <dgm:t>
        <a:bodyPr/>
        <a:lstStyle/>
        <a:p>
          <a:endParaRPr lang="es-ES"/>
        </a:p>
      </dgm:t>
    </dgm:pt>
    <dgm:pt modelId="{DC11B2ED-B7C9-4427-84E7-ED539B89FFB9}" type="pres">
      <dgm:prSet presAssocID="{E322FA14-10EA-434B-9294-EC12E2BE2259}" presName="linearFlow" presStyleCnt="0">
        <dgm:presLayoutVars>
          <dgm:dir/>
          <dgm:animLvl val="lvl"/>
          <dgm:resizeHandles val="exact"/>
        </dgm:presLayoutVars>
      </dgm:prSet>
      <dgm:spPr/>
    </dgm:pt>
    <dgm:pt modelId="{4491C36B-8134-4E08-A2FA-E2FB06B554A0}" type="pres">
      <dgm:prSet presAssocID="{B2E0A4D5-4676-4115-B43E-8D60D0A4CEC0}" presName="composite" presStyleCnt="0"/>
      <dgm:spPr/>
    </dgm:pt>
    <dgm:pt modelId="{F42BB6DD-D394-47BE-85AC-871E8B16011D}" type="pres">
      <dgm:prSet presAssocID="{B2E0A4D5-4676-4115-B43E-8D60D0A4CEC0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88D67E7-4FF5-40A4-9C5A-C991B94B5BED}" type="pres">
      <dgm:prSet presAssocID="{B2E0A4D5-4676-4115-B43E-8D60D0A4CEC0}" presName="descendantText" presStyleLbl="alignAcc1" presStyleIdx="0" presStyleCnt="3" custLinFactNeighborX="4047" custLinFactNeighborY="-8143">
        <dgm:presLayoutVars>
          <dgm:bulletEnabled val="1"/>
        </dgm:presLayoutVars>
      </dgm:prSet>
      <dgm:spPr/>
    </dgm:pt>
    <dgm:pt modelId="{081A646D-2C03-47D3-93D9-5CABAAF58A0F}" type="pres">
      <dgm:prSet presAssocID="{B7F5ECE2-7E07-45B4-B7DB-3C10E0D3137B}" presName="sp" presStyleCnt="0"/>
      <dgm:spPr/>
    </dgm:pt>
    <dgm:pt modelId="{63E86CCC-5F6E-46E0-9921-C4AA77B75488}" type="pres">
      <dgm:prSet presAssocID="{DA3CAD45-BB13-4C98-8759-48C243CB1455}" presName="composite" presStyleCnt="0"/>
      <dgm:spPr/>
    </dgm:pt>
    <dgm:pt modelId="{4B570565-6C0A-49AA-B48F-FC01830CB96A}" type="pres">
      <dgm:prSet presAssocID="{DA3CAD45-BB13-4C98-8759-48C243CB145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BED62F7-EA8D-4D71-ABBC-AA966560B1EA}" type="pres">
      <dgm:prSet presAssocID="{DA3CAD45-BB13-4C98-8759-48C243CB1455}" presName="descendantText" presStyleLbl="alignAcc1" presStyleIdx="1" presStyleCnt="3">
        <dgm:presLayoutVars>
          <dgm:bulletEnabled val="1"/>
        </dgm:presLayoutVars>
      </dgm:prSet>
      <dgm:spPr/>
    </dgm:pt>
    <dgm:pt modelId="{976533DA-03DD-4A0B-A9ED-330C5F07F245}" type="pres">
      <dgm:prSet presAssocID="{0966C088-26FE-4EB6-83C3-EEBDADD2CBBF}" presName="sp" presStyleCnt="0"/>
      <dgm:spPr/>
    </dgm:pt>
    <dgm:pt modelId="{EC3F81B4-02C2-4703-BEB3-2C05EF42C937}" type="pres">
      <dgm:prSet presAssocID="{0CA8FB4D-3DD9-4DAC-AE66-6929132C8E3B}" presName="composite" presStyleCnt="0"/>
      <dgm:spPr/>
    </dgm:pt>
    <dgm:pt modelId="{12166400-E919-4EA8-81CF-3E2F6157DB6E}" type="pres">
      <dgm:prSet presAssocID="{0CA8FB4D-3DD9-4DAC-AE66-6929132C8E3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460D607-EDD2-4C3A-BA19-8851F3440FB4}" type="pres">
      <dgm:prSet presAssocID="{0CA8FB4D-3DD9-4DAC-AE66-6929132C8E3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A9C5B02-F886-4082-A47C-D0EE55D775F4}" type="presOf" srcId="{B2E0A4D5-4676-4115-B43E-8D60D0A4CEC0}" destId="{F42BB6DD-D394-47BE-85AC-871E8B16011D}" srcOrd="0" destOrd="0" presId="urn:microsoft.com/office/officeart/2005/8/layout/chevron2"/>
    <dgm:cxn modelId="{39919142-F57D-4775-AA33-D2C21316B7F6}" type="presOf" srcId="{37023B5C-6DDE-4411-BCA5-983152EE0AE1}" destId="{9460D607-EDD2-4C3A-BA19-8851F3440FB4}" srcOrd="0" destOrd="0" presId="urn:microsoft.com/office/officeart/2005/8/layout/chevron2"/>
    <dgm:cxn modelId="{771E2465-41CD-4B1F-A001-455BA2EE2D91}" srcId="{E322FA14-10EA-434B-9294-EC12E2BE2259}" destId="{0CA8FB4D-3DD9-4DAC-AE66-6929132C8E3B}" srcOrd="2" destOrd="0" parTransId="{B9707174-985B-4FEA-970D-134397656E50}" sibTransId="{AFA04EC3-1ABF-4654-8BFD-5EBFA40FFC6F}"/>
    <dgm:cxn modelId="{CB77C865-77BB-4492-987B-14BB10144A52}" srcId="{E322FA14-10EA-434B-9294-EC12E2BE2259}" destId="{B2E0A4D5-4676-4115-B43E-8D60D0A4CEC0}" srcOrd="0" destOrd="0" parTransId="{3FC62DFD-E85E-4F11-A3A8-ED4339803AF5}" sibTransId="{B7F5ECE2-7E07-45B4-B7DB-3C10E0D3137B}"/>
    <dgm:cxn modelId="{70B36051-0B85-4E85-B267-45407617706A}" srcId="{DA3CAD45-BB13-4C98-8759-48C243CB1455}" destId="{146B370E-306F-4189-9560-E3AD616EEB14}" srcOrd="0" destOrd="0" parTransId="{A6208708-E0B7-4597-8F37-81BCC3344BB2}" sibTransId="{E44DCC1E-9455-4DC5-A7C8-1898C4671FF1}"/>
    <dgm:cxn modelId="{90425274-3EED-4435-9CAB-DBD1D795F90F}" type="presOf" srcId="{146B370E-306F-4189-9560-E3AD616EEB14}" destId="{2BED62F7-EA8D-4D71-ABBC-AA966560B1EA}" srcOrd="0" destOrd="0" presId="urn:microsoft.com/office/officeart/2005/8/layout/chevron2"/>
    <dgm:cxn modelId="{08D8757D-75EE-46FC-8AA4-13C7EF4A1C01}" type="presOf" srcId="{E322FA14-10EA-434B-9294-EC12E2BE2259}" destId="{DC11B2ED-B7C9-4427-84E7-ED539B89FFB9}" srcOrd="0" destOrd="0" presId="urn:microsoft.com/office/officeart/2005/8/layout/chevron2"/>
    <dgm:cxn modelId="{89A19384-DF90-4F70-8FBB-1A880CD2DDE3}" srcId="{E322FA14-10EA-434B-9294-EC12E2BE2259}" destId="{DA3CAD45-BB13-4C98-8759-48C243CB1455}" srcOrd="1" destOrd="0" parTransId="{9E9561A9-C1F4-4A29-9E20-D304BEAAB900}" sibTransId="{0966C088-26FE-4EB6-83C3-EEBDADD2CBBF}"/>
    <dgm:cxn modelId="{795A649F-2073-4EC1-B882-9A57E6E87002}" srcId="{B2E0A4D5-4676-4115-B43E-8D60D0A4CEC0}" destId="{D1C109A5-9EA3-423A-B4CA-F4EDAF965670}" srcOrd="0" destOrd="0" parTransId="{AB7BF39E-6E37-42DD-A22A-AD8E49CB7635}" sibTransId="{5C6C39C2-653E-4D69-ACF3-B7E41A7304E5}"/>
    <dgm:cxn modelId="{C777EDA2-5C2E-4980-B48D-04EECC65F73A}" srcId="{0CA8FB4D-3DD9-4DAC-AE66-6929132C8E3B}" destId="{37023B5C-6DDE-4411-BCA5-983152EE0AE1}" srcOrd="0" destOrd="0" parTransId="{48EFDF06-EDDF-43BC-A551-A19F848F086C}" sibTransId="{3E9EB917-9B9A-4A4A-A874-E634491C3AD4}"/>
    <dgm:cxn modelId="{A18C23B7-D868-480E-A645-F513CD7628FE}" type="presOf" srcId="{0CA8FB4D-3DD9-4DAC-AE66-6929132C8E3B}" destId="{12166400-E919-4EA8-81CF-3E2F6157DB6E}" srcOrd="0" destOrd="0" presId="urn:microsoft.com/office/officeart/2005/8/layout/chevron2"/>
    <dgm:cxn modelId="{7944C4D0-9D82-4717-96F9-F997CC69BE70}" type="presOf" srcId="{D1C109A5-9EA3-423A-B4CA-F4EDAF965670}" destId="{188D67E7-4FF5-40A4-9C5A-C991B94B5BED}" srcOrd="0" destOrd="0" presId="urn:microsoft.com/office/officeart/2005/8/layout/chevron2"/>
    <dgm:cxn modelId="{4EE48BED-4619-4759-A954-B1ACC6CD39F8}" type="presOf" srcId="{DA3CAD45-BB13-4C98-8759-48C243CB1455}" destId="{4B570565-6C0A-49AA-B48F-FC01830CB96A}" srcOrd="0" destOrd="0" presId="urn:microsoft.com/office/officeart/2005/8/layout/chevron2"/>
    <dgm:cxn modelId="{A6946A0C-6427-4571-B3AE-BD040091953D}" type="presParOf" srcId="{DC11B2ED-B7C9-4427-84E7-ED539B89FFB9}" destId="{4491C36B-8134-4E08-A2FA-E2FB06B554A0}" srcOrd="0" destOrd="0" presId="urn:microsoft.com/office/officeart/2005/8/layout/chevron2"/>
    <dgm:cxn modelId="{025E39A0-4B38-4442-8391-56120C67CB64}" type="presParOf" srcId="{4491C36B-8134-4E08-A2FA-E2FB06B554A0}" destId="{F42BB6DD-D394-47BE-85AC-871E8B16011D}" srcOrd="0" destOrd="0" presId="urn:microsoft.com/office/officeart/2005/8/layout/chevron2"/>
    <dgm:cxn modelId="{1E5B6EE3-B4C5-443C-ABAC-DDB8D4A778B7}" type="presParOf" srcId="{4491C36B-8134-4E08-A2FA-E2FB06B554A0}" destId="{188D67E7-4FF5-40A4-9C5A-C991B94B5BED}" srcOrd="1" destOrd="0" presId="urn:microsoft.com/office/officeart/2005/8/layout/chevron2"/>
    <dgm:cxn modelId="{6A199FA6-DDFE-4CE3-BB35-1421B8A910FE}" type="presParOf" srcId="{DC11B2ED-B7C9-4427-84E7-ED539B89FFB9}" destId="{081A646D-2C03-47D3-93D9-5CABAAF58A0F}" srcOrd="1" destOrd="0" presId="urn:microsoft.com/office/officeart/2005/8/layout/chevron2"/>
    <dgm:cxn modelId="{BE07E80E-3EE0-40E2-A389-EA0069CDDCC9}" type="presParOf" srcId="{DC11B2ED-B7C9-4427-84E7-ED539B89FFB9}" destId="{63E86CCC-5F6E-46E0-9921-C4AA77B75488}" srcOrd="2" destOrd="0" presId="urn:microsoft.com/office/officeart/2005/8/layout/chevron2"/>
    <dgm:cxn modelId="{C9EC8DF2-8496-414B-BE3A-BE74148FFE3C}" type="presParOf" srcId="{63E86CCC-5F6E-46E0-9921-C4AA77B75488}" destId="{4B570565-6C0A-49AA-B48F-FC01830CB96A}" srcOrd="0" destOrd="0" presId="urn:microsoft.com/office/officeart/2005/8/layout/chevron2"/>
    <dgm:cxn modelId="{C398D046-FBAB-4362-8EC2-B0A0F79EE1F6}" type="presParOf" srcId="{63E86CCC-5F6E-46E0-9921-C4AA77B75488}" destId="{2BED62F7-EA8D-4D71-ABBC-AA966560B1EA}" srcOrd="1" destOrd="0" presId="urn:microsoft.com/office/officeart/2005/8/layout/chevron2"/>
    <dgm:cxn modelId="{02D92AEF-A977-46F5-AB59-0363BE4F6674}" type="presParOf" srcId="{DC11B2ED-B7C9-4427-84E7-ED539B89FFB9}" destId="{976533DA-03DD-4A0B-A9ED-330C5F07F245}" srcOrd="3" destOrd="0" presId="urn:microsoft.com/office/officeart/2005/8/layout/chevron2"/>
    <dgm:cxn modelId="{A57A8753-E7CB-4ACD-8DEA-3403E59431AD}" type="presParOf" srcId="{DC11B2ED-B7C9-4427-84E7-ED539B89FFB9}" destId="{EC3F81B4-02C2-4703-BEB3-2C05EF42C937}" srcOrd="4" destOrd="0" presId="urn:microsoft.com/office/officeart/2005/8/layout/chevron2"/>
    <dgm:cxn modelId="{F58F3E35-147C-4A87-AF4E-747BFD7F05A3}" type="presParOf" srcId="{EC3F81B4-02C2-4703-BEB3-2C05EF42C937}" destId="{12166400-E919-4EA8-81CF-3E2F6157DB6E}" srcOrd="0" destOrd="0" presId="urn:microsoft.com/office/officeart/2005/8/layout/chevron2"/>
    <dgm:cxn modelId="{844567AA-0396-42F0-895C-44797B44894F}" type="presParOf" srcId="{EC3F81B4-02C2-4703-BEB3-2C05EF42C937}" destId="{9460D607-EDD2-4C3A-BA19-8851F3440FB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AD9107-414D-4B2C-9905-37A5F4A01167}" type="doc">
      <dgm:prSet loTypeId="urn:microsoft.com/office/officeart/2008/layout/VerticalCurvedList" loCatId="list" qsTypeId="urn:microsoft.com/office/officeart/2005/8/quickstyle/3d7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8468C24A-51B6-4F22-B1EF-FD4040D05AE5}">
      <dgm:prSet/>
      <dgm:spPr/>
      <dgm:t>
        <a:bodyPr/>
        <a:lstStyle/>
        <a:p>
          <a:r>
            <a:rPr lang="en-US"/>
            <a:t>URL Analysis</a:t>
          </a:r>
          <a:endParaRPr lang="en-US" dirty="0"/>
        </a:p>
      </dgm:t>
    </dgm:pt>
    <dgm:pt modelId="{2D2A1C6D-8C38-43A2-8BFB-F991E30FDD02}" type="parTrans" cxnId="{4B4178A6-81B8-4190-85CE-8436EDA2A83A}">
      <dgm:prSet/>
      <dgm:spPr/>
      <dgm:t>
        <a:bodyPr/>
        <a:lstStyle/>
        <a:p>
          <a:endParaRPr lang="en-US"/>
        </a:p>
      </dgm:t>
    </dgm:pt>
    <dgm:pt modelId="{134537C0-F196-44CF-A58B-71615309F6BB}" type="sibTrans" cxnId="{4B4178A6-81B8-4190-85CE-8436EDA2A83A}">
      <dgm:prSet/>
      <dgm:spPr/>
      <dgm:t>
        <a:bodyPr/>
        <a:lstStyle/>
        <a:p>
          <a:endParaRPr lang="en-US"/>
        </a:p>
      </dgm:t>
    </dgm:pt>
    <dgm:pt modelId="{7E083791-4C60-411A-89F3-01BC030EF0B7}">
      <dgm:prSet/>
      <dgm:spPr/>
      <dgm:t>
        <a:bodyPr/>
        <a:lstStyle/>
        <a:p>
          <a:r>
            <a:rPr lang="en-US"/>
            <a:t>Content Scanning</a:t>
          </a:r>
          <a:endParaRPr lang="en-US" dirty="0"/>
        </a:p>
      </dgm:t>
    </dgm:pt>
    <dgm:pt modelId="{36034EC0-1076-4D84-9244-B02E0FE75A9B}" type="parTrans" cxnId="{24FC5D93-0E6F-49BA-B9A5-190DD1FF1EE1}">
      <dgm:prSet/>
      <dgm:spPr/>
      <dgm:t>
        <a:bodyPr/>
        <a:lstStyle/>
        <a:p>
          <a:endParaRPr lang="en-US"/>
        </a:p>
      </dgm:t>
    </dgm:pt>
    <dgm:pt modelId="{2CD3A747-E457-43C4-AB43-58F418E696A3}" type="sibTrans" cxnId="{24FC5D93-0E6F-49BA-B9A5-190DD1FF1EE1}">
      <dgm:prSet/>
      <dgm:spPr/>
      <dgm:t>
        <a:bodyPr/>
        <a:lstStyle/>
        <a:p>
          <a:endParaRPr lang="en-US"/>
        </a:p>
      </dgm:t>
    </dgm:pt>
    <dgm:pt modelId="{D548DC04-1F03-40FD-9223-871EB2E9CD2D}">
      <dgm:prSet/>
      <dgm:spPr/>
      <dgm:t>
        <a:bodyPr/>
        <a:lstStyle/>
        <a:p>
          <a:r>
            <a:rPr lang="en-US"/>
            <a:t>User Alert Notifications</a:t>
          </a:r>
          <a:endParaRPr lang="en-US" dirty="0"/>
        </a:p>
      </dgm:t>
    </dgm:pt>
    <dgm:pt modelId="{F35105FE-420C-4D1D-98FC-E2A2FEB13927}" type="parTrans" cxnId="{3D27A8D1-0A1F-4307-AC23-1E8DFF44890B}">
      <dgm:prSet/>
      <dgm:spPr/>
      <dgm:t>
        <a:bodyPr/>
        <a:lstStyle/>
        <a:p>
          <a:endParaRPr lang="en-US"/>
        </a:p>
      </dgm:t>
    </dgm:pt>
    <dgm:pt modelId="{ACE61B75-B413-4B7D-93B3-BF14FEA0E997}" type="sibTrans" cxnId="{3D27A8D1-0A1F-4307-AC23-1E8DFF44890B}">
      <dgm:prSet/>
      <dgm:spPr/>
      <dgm:t>
        <a:bodyPr/>
        <a:lstStyle/>
        <a:p>
          <a:endParaRPr lang="en-US"/>
        </a:p>
      </dgm:t>
    </dgm:pt>
    <dgm:pt modelId="{7616CC5F-11B1-43B7-9ACA-EE027F4AA684}" type="pres">
      <dgm:prSet presAssocID="{DDAD9107-414D-4B2C-9905-37A5F4A01167}" presName="Name0" presStyleCnt="0">
        <dgm:presLayoutVars>
          <dgm:chMax val="7"/>
          <dgm:chPref val="7"/>
          <dgm:dir/>
        </dgm:presLayoutVars>
      </dgm:prSet>
      <dgm:spPr/>
    </dgm:pt>
    <dgm:pt modelId="{BAE76E65-BDCB-4DDC-A2DF-A4AE381FA693}" type="pres">
      <dgm:prSet presAssocID="{DDAD9107-414D-4B2C-9905-37A5F4A01167}" presName="Name1" presStyleCnt="0"/>
      <dgm:spPr/>
    </dgm:pt>
    <dgm:pt modelId="{A5AF403A-00C6-4AD8-8A9C-00C3A51E97E5}" type="pres">
      <dgm:prSet presAssocID="{DDAD9107-414D-4B2C-9905-37A5F4A01167}" presName="cycle" presStyleCnt="0"/>
      <dgm:spPr/>
    </dgm:pt>
    <dgm:pt modelId="{F8AADDE8-2DAA-4A56-A354-9D0683260D9E}" type="pres">
      <dgm:prSet presAssocID="{DDAD9107-414D-4B2C-9905-37A5F4A01167}" presName="srcNode" presStyleLbl="node1" presStyleIdx="0" presStyleCnt="3"/>
      <dgm:spPr/>
    </dgm:pt>
    <dgm:pt modelId="{7602BE9C-CF5F-49C3-B579-F563844B20C3}" type="pres">
      <dgm:prSet presAssocID="{DDAD9107-414D-4B2C-9905-37A5F4A01167}" presName="conn" presStyleLbl="parChTrans1D2" presStyleIdx="0" presStyleCnt="1"/>
      <dgm:spPr/>
    </dgm:pt>
    <dgm:pt modelId="{CBA335C3-3771-498F-AA1F-0AD86A3E5149}" type="pres">
      <dgm:prSet presAssocID="{DDAD9107-414D-4B2C-9905-37A5F4A01167}" presName="extraNode" presStyleLbl="node1" presStyleIdx="0" presStyleCnt="3"/>
      <dgm:spPr/>
    </dgm:pt>
    <dgm:pt modelId="{F55F8BCC-BD3E-4BE0-922E-5704BB0F7746}" type="pres">
      <dgm:prSet presAssocID="{DDAD9107-414D-4B2C-9905-37A5F4A01167}" presName="dstNode" presStyleLbl="node1" presStyleIdx="0" presStyleCnt="3"/>
      <dgm:spPr/>
    </dgm:pt>
    <dgm:pt modelId="{33E5E4D3-8CEF-4F4D-8A33-D82ED529473C}" type="pres">
      <dgm:prSet presAssocID="{8468C24A-51B6-4F22-B1EF-FD4040D05AE5}" presName="text_1" presStyleLbl="node1" presStyleIdx="0" presStyleCnt="3">
        <dgm:presLayoutVars>
          <dgm:bulletEnabled val="1"/>
        </dgm:presLayoutVars>
      </dgm:prSet>
      <dgm:spPr/>
    </dgm:pt>
    <dgm:pt modelId="{939BC8DB-BD27-4A0B-A3EE-7FC75C424BBD}" type="pres">
      <dgm:prSet presAssocID="{8468C24A-51B6-4F22-B1EF-FD4040D05AE5}" presName="accent_1" presStyleCnt="0"/>
      <dgm:spPr/>
    </dgm:pt>
    <dgm:pt modelId="{E6917825-E0BD-406A-9D44-1F20151A058D}" type="pres">
      <dgm:prSet presAssocID="{8468C24A-51B6-4F22-B1EF-FD4040D05AE5}" presName="accentRepeatNode" presStyleLbl="solidFgAcc1" presStyleIdx="0" presStyleCnt="3"/>
      <dgm:spPr/>
    </dgm:pt>
    <dgm:pt modelId="{2848B2C9-B2EC-42EC-B676-3EACBC62B9D1}" type="pres">
      <dgm:prSet presAssocID="{7E083791-4C60-411A-89F3-01BC030EF0B7}" presName="text_2" presStyleLbl="node1" presStyleIdx="1" presStyleCnt="3">
        <dgm:presLayoutVars>
          <dgm:bulletEnabled val="1"/>
        </dgm:presLayoutVars>
      </dgm:prSet>
      <dgm:spPr/>
    </dgm:pt>
    <dgm:pt modelId="{69020C4F-6545-41FF-85C7-C73B60316376}" type="pres">
      <dgm:prSet presAssocID="{7E083791-4C60-411A-89F3-01BC030EF0B7}" presName="accent_2" presStyleCnt="0"/>
      <dgm:spPr/>
    </dgm:pt>
    <dgm:pt modelId="{78963F5C-C204-46A3-8E15-709AD44DC26B}" type="pres">
      <dgm:prSet presAssocID="{7E083791-4C60-411A-89F3-01BC030EF0B7}" presName="accentRepeatNode" presStyleLbl="solidFgAcc1" presStyleIdx="1" presStyleCnt="3"/>
      <dgm:spPr/>
    </dgm:pt>
    <dgm:pt modelId="{19E4083C-4E66-4A24-9562-5C4613C4E7A2}" type="pres">
      <dgm:prSet presAssocID="{D548DC04-1F03-40FD-9223-871EB2E9CD2D}" presName="text_3" presStyleLbl="node1" presStyleIdx="2" presStyleCnt="3">
        <dgm:presLayoutVars>
          <dgm:bulletEnabled val="1"/>
        </dgm:presLayoutVars>
      </dgm:prSet>
      <dgm:spPr/>
    </dgm:pt>
    <dgm:pt modelId="{ED8E1F5E-A6B3-43F0-A17C-D6643202763B}" type="pres">
      <dgm:prSet presAssocID="{D548DC04-1F03-40FD-9223-871EB2E9CD2D}" presName="accent_3" presStyleCnt="0"/>
      <dgm:spPr/>
    </dgm:pt>
    <dgm:pt modelId="{C47CB1FF-2B36-4280-83F3-78150377F1A5}" type="pres">
      <dgm:prSet presAssocID="{D548DC04-1F03-40FD-9223-871EB2E9CD2D}" presName="accentRepeatNode" presStyleLbl="solidFgAcc1" presStyleIdx="2" presStyleCnt="3"/>
      <dgm:spPr/>
    </dgm:pt>
  </dgm:ptLst>
  <dgm:cxnLst>
    <dgm:cxn modelId="{42D25D22-E607-4D3F-8C14-52E907352AD0}" type="presOf" srcId="{7E083791-4C60-411A-89F3-01BC030EF0B7}" destId="{2848B2C9-B2EC-42EC-B676-3EACBC62B9D1}" srcOrd="0" destOrd="0" presId="urn:microsoft.com/office/officeart/2008/layout/VerticalCurvedList"/>
    <dgm:cxn modelId="{3292E86E-C417-43A0-993D-2A510997D0DE}" type="presOf" srcId="{134537C0-F196-44CF-A58B-71615309F6BB}" destId="{7602BE9C-CF5F-49C3-B579-F563844B20C3}" srcOrd="0" destOrd="0" presId="urn:microsoft.com/office/officeart/2008/layout/VerticalCurvedList"/>
    <dgm:cxn modelId="{24FC5D93-0E6F-49BA-B9A5-190DD1FF1EE1}" srcId="{DDAD9107-414D-4B2C-9905-37A5F4A01167}" destId="{7E083791-4C60-411A-89F3-01BC030EF0B7}" srcOrd="1" destOrd="0" parTransId="{36034EC0-1076-4D84-9244-B02E0FE75A9B}" sibTransId="{2CD3A747-E457-43C4-AB43-58F418E696A3}"/>
    <dgm:cxn modelId="{7CFDBD99-2211-457C-ACBA-2BA815FB39E9}" type="presOf" srcId="{8468C24A-51B6-4F22-B1EF-FD4040D05AE5}" destId="{33E5E4D3-8CEF-4F4D-8A33-D82ED529473C}" srcOrd="0" destOrd="0" presId="urn:microsoft.com/office/officeart/2008/layout/VerticalCurvedList"/>
    <dgm:cxn modelId="{4B4178A6-81B8-4190-85CE-8436EDA2A83A}" srcId="{DDAD9107-414D-4B2C-9905-37A5F4A01167}" destId="{8468C24A-51B6-4F22-B1EF-FD4040D05AE5}" srcOrd="0" destOrd="0" parTransId="{2D2A1C6D-8C38-43A2-8BFB-F991E30FDD02}" sibTransId="{134537C0-F196-44CF-A58B-71615309F6BB}"/>
    <dgm:cxn modelId="{3D27A8D1-0A1F-4307-AC23-1E8DFF44890B}" srcId="{DDAD9107-414D-4B2C-9905-37A5F4A01167}" destId="{D548DC04-1F03-40FD-9223-871EB2E9CD2D}" srcOrd="2" destOrd="0" parTransId="{F35105FE-420C-4D1D-98FC-E2A2FEB13927}" sibTransId="{ACE61B75-B413-4B7D-93B3-BF14FEA0E997}"/>
    <dgm:cxn modelId="{AD0497EA-11F5-44F2-A765-43BEC1DB769D}" type="presOf" srcId="{D548DC04-1F03-40FD-9223-871EB2E9CD2D}" destId="{19E4083C-4E66-4A24-9562-5C4613C4E7A2}" srcOrd="0" destOrd="0" presId="urn:microsoft.com/office/officeart/2008/layout/VerticalCurvedList"/>
    <dgm:cxn modelId="{258D58EB-9F7C-42BC-8291-B78FAC4511F8}" type="presOf" srcId="{DDAD9107-414D-4B2C-9905-37A5F4A01167}" destId="{7616CC5F-11B1-43B7-9ACA-EE027F4AA684}" srcOrd="0" destOrd="0" presId="urn:microsoft.com/office/officeart/2008/layout/VerticalCurvedList"/>
    <dgm:cxn modelId="{5DB8A31E-EC7A-4434-B0DB-864A444F44FC}" type="presParOf" srcId="{7616CC5F-11B1-43B7-9ACA-EE027F4AA684}" destId="{BAE76E65-BDCB-4DDC-A2DF-A4AE381FA693}" srcOrd="0" destOrd="0" presId="urn:microsoft.com/office/officeart/2008/layout/VerticalCurvedList"/>
    <dgm:cxn modelId="{6FC0F1BC-FD52-4798-AB64-D78601E62C4A}" type="presParOf" srcId="{BAE76E65-BDCB-4DDC-A2DF-A4AE381FA693}" destId="{A5AF403A-00C6-4AD8-8A9C-00C3A51E97E5}" srcOrd="0" destOrd="0" presId="urn:microsoft.com/office/officeart/2008/layout/VerticalCurvedList"/>
    <dgm:cxn modelId="{5762DBCF-8C5B-4A28-B0B6-F1F240A9130A}" type="presParOf" srcId="{A5AF403A-00C6-4AD8-8A9C-00C3A51E97E5}" destId="{F8AADDE8-2DAA-4A56-A354-9D0683260D9E}" srcOrd="0" destOrd="0" presId="urn:microsoft.com/office/officeart/2008/layout/VerticalCurvedList"/>
    <dgm:cxn modelId="{63DF27F6-EB5C-4C63-B2A1-90D92151B8FA}" type="presParOf" srcId="{A5AF403A-00C6-4AD8-8A9C-00C3A51E97E5}" destId="{7602BE9C-CF5F-49C3-B579-F563844B20C3}" srcOrd="1" destOrd="0" presId="urn:microsoft.com/office/officeart/2008/layout/VerticalCurvedList"/>
    <dgm:cxn modelId="{C08834AB-AB3E-4930-A24E-A320A1E641ED}" type="presParOf" srcId="{A5AF403A-00C6-4AD8-8A9C-00C3A51E97E5}" destId="{CBA335C3-3771-498F-AA1F-0AD86A3E5149}" srcOrd="2" destOrd="0" presId="urn:microsoft.com/office/officeart/2008/layout/VerticalCurvedList"/>
    <dgm:cxn modelId="{FDAB0F04-3E19-4ED6-8D9E-1D147CCB3272}" type="presParOf" srcId="{A5AF403A-00C6-4AD8-8A9C-00C3A51E97E5}" destId="{F55F8BCC-BD3E-4BE0-922E-5704BB0F7746}" srcOrd="3" destOrd="0" presId="urn:microsoft.com/office/officeart/2008/layout/VerticalCurvedList"/>
    <dgm:cxn modelId="{35ED899B-5ED6-4A5D-9E50-094486FB9E5A}" type="presParOf" srcId="{BAE76E65-BDCB-4DDC-A2DF-A4AE381FA693}" destId="{33E5E4D3-8CEF-4F4D-8A33-D82ED529473C}" srcOrd="1" destOrd="0" presId="urn:microsoft.com/office/officeart/2008/layout/VerticalCurvedList"/>
    <dgm:cxn modelId="{0848CF30-BDDB-4EFB-BE68-5F7B7028828C}" type="presParOf" srcId="{BAE76E65-BDCB-4DDC-A2DF-A4AE381FA693}" destId="{939BC8DB-BD27-4A0B-A3EE-7FC75C424BBD}" srcOrd="2" destOrd="0" presId="urn:microsoft.com/office/officeart/2008/layout/VerticalCurvedList"/>
    <dgm:cxn modelId="{0D4B46F4-683C-4B37-A6F7-92F3579D3E92}" type="presParOf" srcId="{939BC8DB-BD27-4A0B-A3EE-7FC75C424BBD}" destId="{E6917825-E0BD-406A-9D44-1F20151A058D}" srcOrd="0" destOrd="0" presId="urn:microsoft.com/office/officeart/2008/layout/VerticalCurvedList"/>
    <dgm:cxn modelId="{95FC045B-B0BD-41F3-897F-E11B81C44F49}" type="presParOf" srcId="{BAE76E65-BDCB-4DDC-A2DF-A4AE381FA693}" destId="{2848B2C9-B2EC-42EC-B676-3EACBC62B9D1}" srcOrd="3" destOrd="0" presId="urn:microsoft.com/office/officeart/2008/layout/VerticalCurvedList"/>
    <dgm:cxn modelId="{3B8F17F0-EBB3-4971-A3B9-0862082732B8}" type="presParOf" srcId="{BAE76E65-BDCB-4DDC-A2DF-A4AE381FA693}" destId="{69020C4F-6545-41FF-85C7-C73B60316376}" srcOrd="4" destOrd="0" presId="urn:microsoft.com/office/officeart/2008/layout/VerticalCurvedList"/>
    <dgm:cxn modelId="{54FAFAE9-564E-4D56-888D-FA2CD9585350}" type="presParOf" srcId="{69020C4F-6545-41FF-85C7-C73B60316376}" destId="{78963F5C-C204-46A3-8E15-709AD44DC26B}" srcOrd="0" destOrd="0" presId="urn:microsoft.com/office/officeart/2008/layout/VerticalCurvedList"/>
    <dgm:cxn modelId="{C919F683-2C81-4672-993A-C8B36F61667A}" type="presParOf" srcId="{BAE76E65-BDCB-4DDC-A2DF-A4AE381FA693}" destId="{19E4083C-4E66-4A24-9562-5C4613C4E7A2}" srcOrd="5" destOrd="0" presId="urn:microsoft.com/office/officeart/2008/layout/VerticalCurvedList"/>
    <dgm:cxn modelId="{B0C5C053-C9E8-4289-A0AA-7AB3695A699B}" type="presParOf" srcId="{BAE76E65-BDCB-4DDC-A2DF-A4AE381FA693}" destId="{ED8E1F5E-A6B3-43F0-A17C-D6643202763B}" srcOrd="6" destOrd="0" presId="urn:microsoft.com/office/officeart/2008/layout/VerticalCurvedList"/>
    <dgm:cxn modelId="{C0FD969A-29E3-4D6D-AB63-BFF4FC3B32FB}" type="presParOf" srcId="{ED8E1F5E-A6B3-43F0-A17C-D6643202763B}" destId="{C47CB1FF-2B36-4280-83F3-78150377F1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9536BC-85C0-4B98-BFED-466977387B0C}" type="doc">
      <dgm:prSet loTypeId="urn:microsoft.com/office/officeart/2008/layout/VerticalAccentList" loCatId="list" qsTypeId="urn:microsoft.com/office/officeart/2009/2/quickstyle/3d8" qsCatId="3D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DFC151CA-3408-4DDB-8DF2-DC25213A91CA}">
      <dgm:prSet phldrT="[Text]" phldr="1"/>
      <dgm:spPr/>
      <dgm:t>
        <a:bodyPr/>
        <a:lstStyle/>
        <a:p>
          <a:endParaRPr lang="en-US"/>
        </a:p>
      </dgm:t>
    </dgm:pt>
    <dgm:pt modelId="{2C32280D-B429-4CC5-A908-3F541F0C3C7D}" type="parTrans" cxnId="{88E86E85-2851-4549-924B-801FF9764659}">
      <dgm:prSet/>
      <dgm:spPr/>
      <dgm:t>
        <a:bodyPr/>
        <a:lstStyle/>
        <a:p>
          <a:endParaRPr lang="en-US"/>
        </a:p>
      </dgm:t>
    </dgm:pt>
    <dgm:pt modelId="{D9CECE53-1224-4792-8744-D8FF8351D50F}" type="sibTrans" cxnId="{88E86E85-2851-4549-924B-801FF9764659}">
      <dgm:prSet/>
      <dgm:spPr/>
      <dgm:t>
        <a:bodyPr/>
        <a:lstStyle/>
        <a:p>
          <a:endParaRPr lang="en-US"/>
        </a:p>
      </dgm:t>
    </dgm:pt>
    <dgm:pt modelId="{806A8374-BD5A-4D74-869F-918A7C409782}">
      <dgm:prSet phldrT="[Text]"/>
      <dgm:spPr/>
      <dgm:t>
        <a:bodyPr/>
        <a:lstStyle/>
        <a:p>
          <a:r>
            <a:rPr lang="en-US" dirty="0"/>
            <a:t>Key Components</a:t>
          </a:r>
        </a:p>
      </dgm:t>
    </dgm:pt>
    <dgm:pt modelId="{C501472A-B44B-4A40-852A-5B43FA0B35F6}" type="parTrans" cxnId="{FF9502EA-4B0B-479E-A4B5-72ADA8F453B6}">
      <dgm:prSet/>
      <dgm:spPr/>
      <dgm:t>
        <a:bodyPr/>
        <a:lstStyle/>
        <a:p>
          <a:endParaRPr lang="en-US"/>
        </a:p>
      </dgm:t>
    </dgm:pt>
    <dgm:pt modelId="{F03F4C3E-A9B6-49C4-B26F-BCE4F6646F75}" type="sibTrans" cxnId="{FF9502EA-4B0B-479E-A4B5-72ADA8F453B6}">
      <dgm:prSet/>
      <dgm:spPr/>
      <dgm:t>
        <a:bodyPr/>
        <a:lstStyle/>
        <a:p>
          <a:endParaRPr lang="en-US"/>
        </a:p>
      </dgm:t>
    </dgm:pt>
    <dgm:pt modelId="{6098F9A8-BA50-48EE-A936-45492F2C2188}">
      <dgm:prSet phldrT="[Text]" phldr="1"/>
      <dgm:spPr/>
      <dgm:t>
        <a:bodyPr/>
        <a:lstStyle/>
        <a:p>
          <a:endParaRPr lang="en-US"/>
        </a:p>
      </dgm:t>
    </dgm:pt>
    <dgm:pt modelId="{3693C1BD-0E60-4CB9-93C7-2FD5F9B36595}" type="parTrans" cxnId="{09B8234D-AEA6-42CC-A175-62122A66B790}">
      <dgm:prSet/>
      <dgm:spPr/>
      <dgm:t>
        <a:bodyPr/>
        <a:lstStyle/>
        <a:p>
          <a:endParaRPr lang="en-US"/>
        </a:p>
      </dgm:t>
    </dgm:pt>
    <dgm:pt modelId="{DFA874D2-0FFF-4B19-A22C-1B9599C1CD69}" type="sibTrans" cxnId="{09B8234D-AEA6-42CC-A175-62122A66B790}">
      <dgm:prSet/>
      <dgm:spPr/>
      <dgm:t>
        <a:bodyPr/>
        <a:lstStyle/>
        <a:p>
          <a:endParaRPr lang="en-US"/>
        </a:p>
      </dgm:t>
    </dgm:pt>
    <dgm:pt modelId="{3455BD9D-AD27-48CA-AB00-0524A20C235D}">
      <dgm:prSet phldrT="[Text]"/>
      <dgm:spPr/>
      <dgm:t>
        <a:bodyPr/>
        <a:lstStyle/>
        <a:p>
          <a:r>
            <a:rPr lang="en-US" dirty="0"/>
            <a:t>Functional Roles</a:t>
          </a:r>
        </a:p>
      </dgm:t>
    </dgm:pt>
    <dgm:pt modelId="{E5A0C353-1DC1-42DB-91A4-5504010BD3A8}" type="parTrans" cxnId="{11BB09AF-404E-4E20-AF14-313D86BCBC68}">
      <dgm:prSet/>
      <dgm:spPr/>
      <dgm:t>
        <a:bodyPr/>
        <a:lstStyle/>
        <a:p>
          <a:endParaRPr lang="en-US"/>
        </a:p>
      </dgm:t>
    </dgm:pt>
    <dgm:pt modelId="{3247BB7E-5F52-4C77-A821-2BEB1B374F11}" type="sibTrans" cxnId="{11BB09AF-404E-4E20-AF14-313D86BCBC68}">
      <dgm:prSet/>
      <dgm:spPr/>
      <dgm:t>
        <a:bodyPr/>
        <a:lstStyle/>
        <a:p>
          <a:endParaRPr lang="en-US"/>
        </a:p>
      </dgm:t>
    </dgm:pt>
    <dgm:pt modelId="{5043FA2A-ECAC-4907-9780-7DFACDB35819}">
      <dgm:prSet phldrT="[Text]" phldr="1"/>
      <dgm:spPr/>
      <dgm:t>
        <a:bodyPr/>
        <a:lstStyle/>
        <a:p>
          <a:endParaRPr lang="en-US"/>
        </a:p>
      </dgm:t>
    </dgm:pt>
    <dgm:pt modelId="{88EA9E38-0043-4FEA-8873-B11A77A8545F}" type="parTrans" cxnId="{A3CDBB54-93F2-45D6-9B95-62315A25B127}">
      <dgm:prSet/>
      <dgm:spPr/>
      <dgm:t>
        <a:bodyPr/>
        <a:lstStyle/>
        <a:p>
          <a:endParaRPr lang="en-US"/>
        </a:p>
      </dgm:t>
    </dgm:pt>
    <dgm:pt modelId="{A33373F7-AB46-4F68-98AF-045D0FF73D34}" type="sibTrans" cxnId="{A3CDBB54-93F2-45D6-9B95-62315A25B127}">
      <dgm:prSet/>
      <dgm:spPr/>
      <dgm:t>
        <a:bodyPr/>
        <a:lstStyle/>
        <a:p>
          <a:endParaRPr lang="en-US"/>
        </a:p>
      </dgm:t>
    </dgm:pt>
    <dgm:pt modelId="{9A6F7752-01CF-4721-B59A-E893BB5C7F32}">
      <dgm:prSet phldrT="[Text]"/>
      <dgm:spPr/>
      <dgm:t>
        <a:bodyPr/>
        <a:lstStyle/>
        <a:p>
          <a:r>
            <a:rPr lang="en-US" dirty="0"/>
            <a:t>Integration Process</a:t>
          </a:r>
        </a:p>
      </dgm:t>
    </dgm:pt>
    <dgm:pt modelId="{90CDCE78-DFC3-4539-B757-3B09BCD345A8}" type="parTrans" cxnId="{DB22288C-2362-456B-BC62-B84E4D321699}">
      <dgm:prSet/>
      <dgm:spPr/>
      <dgm:t>
        <a:bodyPr/>
        <a:lstStyle/>
        <a:p>
          <a:endParaRPr lang="en-US"/>
        </a:p>
      </dgm:t>
    </dgm:pt>
    <dgm:pt modelId="{A84E8B6A-0D6D-4811-B19E-EF33B8B97087}" type="sibTrans" cxnId="{DB22288C-2362-456B-BC62-B84E4D321699}">
      <dgm:prSet/>
      <dgm:spPr/>
      <dgm:t>
        <a:bodyPr/>
        <a:lstStyle/>
        <a:p>
          <a:endParaRPr lang="en-US"/>
        </a:p>
      </dgm:t>
    </dgm:pt>
    <dgm:pt modelId="{372669FF-4B03-4B18-8F06-A5C3B3033C3B}" type="pres">
      <dgm:prSet presAssocID="{5D9536BC-85C0-4B98-BFED-466977387B0C}" presName="Name0" presStyleCnt="0">
        <dgm:presLayoutVars>
          <dgm:chMax/>
          <dgm:chPref/>
          <dgm:dir/>
        </dgm:presLayoutVars>
      </dgm:prSet>
      <dgm:spPr/>
    </dgm:pt>
    <dgm:pt modelId="{041CF902-09AD-4813-99CC-C3FE9AB35B47}" type="pres">
      <dgm:prSet presAssocID="{DFC151CA-3408-4DDB-8DF2-DC25213A91CA}" presName="parenttextcomposite" presStyleCnt="0"/>
      <dgm:spPr/>
    </dgm:pt>
    <dgm:pt modelId="{8FDA7561-2769-449B-A548-90D001F3E61F}" type="pres">
      <dgm:prSet presAssocID="{DFC151CA-3408-4DDB-8DF2-DC25213A91CA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A91C2536-0ECE-406B-BCF2-51614104A9F4}" type="pres">
      <dgm:prSet presAssocID="{DFC151CA-3408-4DDB-8DF2-DC25213A91CA}" presName="composite" presStyleCnt="0"/>
      <dgm:spPr/>
    </dgm:pt>
    <dgm:pt modelId="{58943A95-81CB-434E-B086-2BBD32D6E716}" type="pres">
      <dgm:prSet presAssocID="{DFC151CA-3408-4DDB-8DF2-DC25213A91CA}" presName="chevron1" presStyleLbl="alignNode1" presStyleIdx="0" presStyleCnt="21"/>
      <dgm:spPr/>
    </dgm:pt>
    <dgm:pt modelId="{1D954567-38FA-419B-AAD3-53CDFCE4A4A2}" type="pres">
      <dgm:prSet presAssocID="{DFC151CA-3408-4DDB-8DF2-DC25213A91CA}" presName="chevron2" presStyleLbl="alignNode1" presStyleIdx="1" presStyleCnt="21"/>
      <dgm:spPr/>
    </dgm:pt>
    <dgm:pt modelId="{A49B7021-9B9F-4091-97B2-C31214F7C0F8}" type="pres">
      <dgm:prSet presAssocID="{DFC151CA-3408-4DDB-8DF2-DC25213A91CA}" presName="chevron3" presStyleLbl="alignNode1" presStyleIdx="2" presStyleCnt="21"/>
      <dgm:spPr/>
    </dgm:pt>
    <dgm:pt modelId="{D5898CAA-4A9E-4460-AC88-F2F59D4BA774}" type="pres">
      <dgm:prSet presAssocID="{DFC151CA-3408-4DDB-8DF2-DC25213A91CA}" presName="chevron4" presStyleLbl="alignNode1" presStyleIdx="3" presStyleCnt="21"/>
      <dgm:spPr/>
    </dgm:pt>
    <dgm:pt modelId="{167B6076-756E-4EEF-9F4F-C009B505408F}" type="pres">
      <dgm:prSet presAssocID="{DFC151CA-3408-4DDB-8DF2-DC25213A91CA}" presName="chevron5" presStyleLbl="alignNode1" presStyleIdx="4" presStyleCnt="21"/>
      <dgm:spPr/>
    </dgm:pt>
    <dgm:pt modelId="{F8E85BCB-3875-441D-BE75-B26E978EA88F}" type="pres">
      <dgm:prSet presAssocID="{DFC151CA-3408-4DDB-8DF2-DC25213A91CA}" presName="chevron6" presStyleLbl="alignNode1" presStyleIdx="5" presStyleCnt="21"/>
      <dgm:spPr/>
    </dgm:pt>
    <dgm:pt modelId="{BC09F6B1-2821-40F4-94A6-8F1DB0F377C8}" type="pres">
      <dgm:prSet presAssocID="{DFC151CA-3408-4DDB-8DF2-DC25213A91CA}" presName="chevron7" presStyleLbl="alignNode1" presStyleIdx="6" presStyleCnt="21"/>
      <dgm:spPr/>
    </dgm:pt>
    <dgm:pt modelId="{158D43C1-BDA8-4F21-AC74-F4367D9FB788}" type="pres">
      <dgm:prSet presAssocID="{DFC151CA-3408-4DDB-8DF2-DC25213A91CA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7FD5489F-1552-482D-9AFE-2F6514F7FF3A}" type="pres">
      <dgm:prSet presAssocID="{D9CECE53-1224-4792-8744-D8FF8351D50F}" presName="sibTrans" presStyleCnt="0"/>
      <dgm:spPr/>
    </dgm:pt>
    <dgm:pt modelId="{E5D0626B-84B4-4A69-BB10-8E93E6D7F8A6}" type="pres">
      <dgm:prSet presAssocID="{6098F9A8-BA50-48EE-A936-45492F2C2188}" presName="parenttextcomposite" presStyleCnt="0"/>
      <dgm:spPr/>
    </dgm:pt>
    <dgm:pt modelId="{91360D91-2B65-4B4B-A54A-46E56EFD67EA}" type="pres">
      <dgm:prSet presAssocID="{6098F9A8-BA50-48EE-A936-45492F2C2188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76D58C4-DC32-4277-B66D-4C8DC6BAC9F7}" type="pres">
      <dgm:prSet presAssocID="{6098F9A8-BA50-48EE-A936-45492F2C2188}" presName="composite" presStyleCnt="0"/>
      <dgm:spPr/>
    </dgm:pt>
    <dgm:pt modelId="{82154F7C-85AA-4C72-85A3-4D669174CEED}" type="pres">
      <dgm:prSet presAssocID="{6098F9A8-BA50-48EE-A936-45492F2C2188}" presName="chevron1" presStyleLbl="alignNode1" presStyleIdx="7" presStyleCnt="21"/>
      <dgm:spPr/>
    </dgm:pt>
    <dgm:pt modelId="{7A9E8287-502D-497B-BEA7-6AB81273399F}" type="pres">
      <dgm:prSet presAssocID="{6098F9A8-BA50-48EE-A936-45492F2C2188}" presName="chevron2" presStyleLbl="alignNode1" presStyleIdx="8" presStyleCnt="21"/>
      <dgm:spPr/>
    </dgm:pt>
    <dgm:pt modelId="{6598983A-6876-441F-B809-391561862AD8}" type="pres">
      <dgm:prSet presAssocID="{6098F9A8-BA50-48EE-A936-45492F2C2188}" presName="chevron3" presStyleLbl="alignNode1" presStyleIdx="9" presStyleCnt="21"/>
      <dgm:spPr/>
    </dgm:pt>
    <dgm:pt modelId="{13D8CD30-C088-4FA5-8FAA-41123F706749}" type="pres">
      <dgm:prSet presAssocID="{6098F9A8-BA50-48EE-A936-45492F2C2188}" presName="chevron4" presStyleLbl="alignNode1" presStyleIdx="10" presStyleCnt="21"/>
      <dgm:spPr/>
    </dgm:pt>
    <dgm:pt modelId="{7059499C-002D-45AB-86D5-8077C0EB822F}" type="pres">
      <dgm:prSet presAssocID="{6098F9A8-BA50-48EE-A936-45492F2C2188}" presName="chevron5" presStyleLbl="alignNode1" presStyleIdx="11" presStyleCnt="21"/>
      <dgm:spPr/>
    </dgm:pt>
    <dgm:pt modelId="{6A07C230-16AA-4B40-9F54-6414A8475D0B}" type="pres">
      <dgm:prSet presAssocID="{6098F9A8-BA50-48EE-A936-45492F2C2188}" presName="chevron6" presStyleLbl="alignNode1" presStyleIdx="12" presStyleCnt="21"/>
      <dgm:spPr/>
    </dgm:pt>
    <dgm:pt modelId="{AD726888-DF28-45D6-95AA-A50F1C83686B}" type="pres">
      <dgm:prSet presAssocID="{6098F9A8-BA50-48EE-A936-45492F2C2188}" presName="chevron7" presStyleLbl="alignNode1" presStyleIdx="13" presStyleCnt="21"/>
      <dgm:spPr/>
    </dgm:pt>
    <dgm:pt modelId="{3C521DBD-00D6-486C-9CB5-4AD397A9A6B6}" type="pres">
      <dgm:prSet presAssocID="{6098F9A8-BA50-48EE-A936-45492F2C2188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83E0A136-5BB7-4D37-BB7F-4BED70C3F1E1}" type="pres">
      <dgm:prSet presAssocID="{DFA874D2-0FFF-4B19-A22C-1B9599C1CD69}" presName="sibTrans" presStyleCnt="0"/>
      <dgm:spPr/>
    </dgm:pt>
    <dgm:pt modelId="{36E624CC-CD2D-45DD-8ECC-3E9EE9520E1F}" type="pres">
      <dgm:prSet presAssocID="{5043FA2A-ECAC-4907-9780-7DFACDB35819}" presName="parenttextcomposite" presStyleCnt="0"/>
      <dgm:spPr/>
    </dgm:pt>
    <dgm:pt modelId="{DFEB0E6E-D368-4956-ADF9-96F0D37EDB84}" type="pres">
      <dgm:prSet presAssocID="{5043FA2A-ECAC-4907-9780-7DFACDB35819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90D42B1-4717-4E1F-8224-2CE247C78D87}" type="pres">
      <dgm:prSet presAssocID="{5043FA2A-ECAC-4907-9780-7DFACDB35819}" presName="composite" presStyleCnt="0"/>
      <dgm:spPr/>
    </dgm:pt>
    <dgm:pt modelId="{F1A825B9-584F-4C67-AC2D-D71CE531D578}" type="pres">
      <dgm:prSet presAssocID="{5043FA2A-ECAC-4907-9780-7DFACDB35819}" presName="chevron1" presStyleLbl="alignNode1" presStyleIdx="14" presStyleCnt="21"/>
      <dgm:spPr/>
    </dgm:pt>
    <dgm:pt modelId="{37848E0F-D0C4-46BB-A251-83C935B3ACA3}" type="pres">
      <dgm:prSet presAssocID="{5043FA2A-ECAC-4907-9780-7DFACDB35819}" presName="chevron2" presStyleLbl="alignNode1" presStyleIdx="15" presStyleCnt="21"/>
      <dgm:spPr/>
    </dgm:pt>
    <dgm:pt modelId="{50426CFB-4269-435C-B9A6-06D348C3CB5F}" type="pres">
      <dgm:prSet presAssocID="{5043FA2A-ECAC-4907-9780-7DFACDB35819}" presName="chevron3" presStyleLbl="alignNode1" presStyleIdx="16" presStyleCnt="21"/>
      <dgm:spPr/>
    </dgm:pt>
    <dgm:pt modelId="{6A7D0AF7-4253-422E-93CF-2126D3806895}" type="pres">
      <dgm:prSet presAssocID="{5043FA2A-ECAC-4907-9780-7DFACDB35819}" presName="chevron4" presStyleLbl="alignNode1" presStyleIdx="17" presStyleCnt="21"/>
      <dgm:spPr/>
    </dgm:pt>
    <dgm:pt modelId="{3D903EE7-5A35-4F4F-872E-135D9E8D75E8}" type="pres">
      <dgm:prSet presAssocID="{5043FA2A-ECAC-4907-9780-7DFACDB35819}" presName="chevron5" presStyleLbl="alignNode1" presStyleIdx="18" presStyleCnt="21"/>
      <dgm:spPr/>
    </dgm:pt>
    <dgm:pt modelId="{94DF0875-77D0-4A29-BECF-7501744ED3DC}" type="pres">
      <dgm:prSet presAssocID="{5043FA2A-ECAC-4907-9780-7DFACDB35819}" presName="chevron6" presStyleLbl="alignNode1" presStyleIdx="19" presStyleCnt="21"/>
      <dgm:spPr/>
    </dgm:pt>
    <dgm:pt modelId="{B0231B5E-F6F7-466E-AB85-0AD6F727D25F}" type="pres">
      <dgm:prSet presAssocID="{5043FA2A-ECAC-4907-9780-7DFACDB35819}" presName="chevron7" presStyleLbl="alignNode1" presStyleIdx="20" presStyleCnt="21"/>
      <dgm:spPr/>
    </dgm:pt>
    <dgm:pt modelId="{1339751F-8717-42D5-8ED3-14BD7CD2944C}" type="pres">
      <dgm:prSet presAssocID="{5043FA2A-ECAC-4907-9780-7DFACDB35819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D4A69635-263E-4224-A6C1-3749A3879C54}" type="presOf" srcId="{5043FA2A-ECAC-4907-9780-7DFACDB35819}" destId="{DFEB0E6E-D368-4956-ADF9-96F0D37EDB84}" srcOrd="0" destOrd="0" presId="urn:microsoft.com/office/officeart/2008/layout/VerticalAccentList"/>
    <dgm:cxn modelId="{27335E39-39A7-4803-9629-4272CB8D2E32}" type="presOf" srcId="{DFC151CA-3408-4DDB-8DF2-DC25213A91CA}" destId="{8FDA7561-2769-449B-A548-90D001F3E61F}" srcOrd="0" destOrd="0" presId="urn:microsoft.com/office/officeart/2008/layout/VerticalAccentList"/>
    <dgm:cxn modelId="{09B8234D-AEA6-42CC-A175-62122A66B790}" srcId="{5D9536BC-85C0-4B98-BFED-466977387B0C}" destId="{6098F9A8-BA50-48EE-A936-45492F2C2188}" srcOrd="1" destOrd="0" parTransId="{3693C1BD-0E60-4CB9-93C7-2FD5F9B36595}" sibTransId="{DFA874D2-0FFF-4B19-A22C-1B9599C1CD69}"/>
    <dgm:cxn modelId="{A3CDBB54-93F2-45D6-9B95-62315A25B127}" srcId="{5D9536BC-85C0-4B98-BFED-466977387B0C}" destId="{5043FA2A-ECAC-4907-9780-7DFACDB35819}" srcOrd="2" destOrd="0" parTransId="{88EA9E38-0043-4FEA-8873-B11A77A8545F}" sibTransId="{A33373F7-AB46-4F68-98AF-045D0FF73D34}"/>
    <dgm:cxn modelId="{F402E859-EB6A-4715-A348-40884ED28DBE}" type="presOf" srcId="{9A6F7752-01CF-4721-B59A-E893BB5C7F32}" destId="{1339751F-8717-42D5-8ED3-14BD7CD2944C}" srcOrd="0" destOrd="0" presId="urn:microsoft.com/office/officeart/2008/layout/VerticalAccentList"/>
    <dgm:cxn modelId="{88E86E85-2851-4549-924B-801FF9764659}" srcId="{5D9536BC-85C0-4B98-BFED-466977387B0C}" destId="{DFC151CA-3408-4DDB-8DF2-DC25213A91CA}" srcOrd="0" destOrd="0" parTransId="{2C32280D-B429-4CC5-A908-3F541F0C3C7D}" sibTransId="{D9CECE53-1224-4792-8744-D8FF8351D50F}"/>
    <dgm:cxn modelId="{DB22288C-2362-456B-BC62-B84E4D321699}" srcId="{5043FA2A-ECAC-4907-9780-7DFACDB35819}" destId="{9A6F7752-01CF-4721-B59A-E893BB5C7F32}" srcOrd="0" destOrd="0" parTransId="{90CDCE78-DFC3-4539-B757-3B09BCD345A8}" sibTransId="{A84E8B6A-0D6D-4811-B19E-EF33B8B97087}"/>
    <dgm:cxn modelId="{C3A2A58E-0FA0-428A-84D5-689F2AF0B7EE}" type="presOf" srcId="{3455BD9D-AD27-48CA-AB00-0524A20C235D}" destId="{3C521DBD-00D6-486C-9CB5-4AD397A9A6B6}" srcOrd="0" destOrd="0" presId="urn:microsoft.com/office/officeart/2008/layout/VerticalAccentList"/>
    <dgm:cxn modelId="{52623397-D71B-4350-9AE1-236563B2BE1E}" type="presOf" srcId="{6098F9A8-BA50-48EE-A936-45492F2C2188}" destId="{91360D91-2B65-4B4B-A54A-46E56EFD67EA}" srcOrd="0" destOrd="0" presId="urn:microsoft.com/office/officeart/2008/layout/VerticalAccentList"/>
    <dgm:cxn modelId="{11BB09AF-404E-4E20-AF14-313D86BCBC68}" srcId="{6098F9A8-BA50-48EE-A936-45492F2C2188}" destId="{3455BD9D-AD27-48CA-AB00-0524A20C235D}" srcOrd="0" destOrd="0" parTransId="{E5A0C353-1DC1-42DB-91A4-5504010BD3A8}" sibTransId="{3247BB7E-5F52-4C77-A821-2BEB1B374F11}"/>
    <dgm:cxn modelId="{E4582CC5-0D21-4C34-9100-A65B04F3DC40}" type="presOf" srcId="{806A8374-BD5A-4D74-869F-918A7C409782}" destId="{158D43C1-BDA8-4F21-AC74-F4367D9FB788}" srcOrd="0" destOrd="0" presId="urn:microsoft.com/office/officeart/2008/layout/VerticalAccentList"/>
    <dgm:cxn modelId="{FF9502EA-4B0B-479E-A4B5-72ADA8F453B6}" srcId="{DFC151CA-3408-4DDB-8DF2-DC25213A91CA}" destId="{806A8374-BD5A-4D74-869F-918A7C409782}" srcOrd="0" destOrd="0" parTransId="{C501472A-B44B-4A40-852A-5B43FA0B35F6}" sibTransId="{F03F4C3E-A9B6-49C4-B26F-BCE4F6646F75}"/>
    <dgm:cxn modelId="{A6C8B7EA-8946-41AA-8F5A-5C5DDE6A5D59}" type="presOf" srcId="{5D9536BC-85C0-4B98-BFED-466977387B0C}" destId="{372669FF-4B03-4B18-8F06-A5C3B3033C3B}" srcOrd="0" destOrd="0" presId="urn:microsoft.com/office/officeart/2008/layout/VerticalAccentList"/>
    <dgm:cxn modelId="{295B3381-796D-4379-AA52-34AA2F631D8F}" type="presParOf" srcId="{372669FF-4B03-4B18-8F06-A5C3B3033C3B}" destId="{041CF902-09AD-4813-99CC-C3FE9AB35B47}" srcOrd="0" destOrd="0" presId="urn:microsoft.com/office/officeart/2008/layout/VerticalAccentList"/>
    <dgm:cxn modelId="{ABAD7658-FE9C-4EB9-B882-237B71C0351A}" type="presParOf" srcId="{041CF902-09AD-4813-99CC-C3FE9AB35B47}" destId="{8FDA7561-2769-449B-A548-90D001F3E61F}" srcOrd="0" destOrd="0" presId="urn:microsoft.com/office/officeart/2008/layout/VerticalAccentList"/>
    <dgm:cxn modelId="{CBFD1BE3-E9E4-4EA5-BC1D-1D2EB6AB9882}" type="presParOf" srcId="{372669FF-4B03-4B18-8F06-A5C3B3033C3B}" destId="{A91C2536-0ECE-406B-BCF2-51614104A9F4}" srcOrd="1" destOrd="0" presId="urn:microsoft.com/office/officeart/2008/layout/VerticalAccentList"/>
    <dgm:cxn modelId="{18053749-21E6-4DB4-A6E4-23BD8AFAF9D5}" type="presParOf" srcId="{A91C2536-0ECE-406B-BCF2-51614104A9F4}" destId="{58943A95-81CB-434E-B086-2BBD32D6E716}" srcOrd="0" destOrd="0" presId="urn:microsoft.com/office/officeart/2008/layout/VerticalAccentList"/>
    <dgm:cxn modelId="{35B0501A-ABE5-49F0-9112-92AB526D7DDF}" type="presParOf" srcId="{A91C2536-0ECE-406B-BCF2-51614104A9F4}" destId="{1D954567-38FA-419B-AAD3-53CDFCE4A4A2}" srcOrd="1" destOrd="0" presId="urn:microsoft.com/office/officeart/2008/layout/VerticalAccentList"/>
    <dgm:cxn modelId="{CF36EA88-B943-4FAB-8508-4E5800815896}" type="presParOf" srcId="{A91C2536-0ECE-406B-BCF2-51614104A9F4}" destId="{A49B7021-9B9F-4091-97B2-C31214F7C0F8}" srcOrd="2" destOrd="0" presId="urn:microsoft.com/office/officeart/2008/layout/VerticalAccentList"/>
    <dgm:cxn modelId="{98BC010D-A439-4D7E-8315-9A4FE4A44B95}" type="presParOf" srcId="{A91C2536-0ECE-406B-BCF2-51614104A9F4}" destId="{D5898CAA-4A9E-4460-AC88-F2F59D4BA774}" srcOrd="3" destOrd="0" presId="urn:microsoft.com/office/officeart/2008/layout/VerticalAccentList"/>
    <dgm:cxn modelId="{09FE612D-24BB-4EE1-BAE5-956587BA0BF3}" type="presParOf" srcId="{A91C2536-0ECE-406B-BCF2-51614104A9F4}" destId="{167B6076-756E-4EEF-9F4F-C009B505408F}" srcOrd="4" destOrd="0" presId="urn:microsoft.com/office/officeart/2008/layout/VerticalAccentList"/>
    <dgm:cxn modelId="{A96C4DE6-B00C-48B3-B096-97C27FAA22C3}" type="presParOf" srcId="{A91C2536-0ECE-406B-BCF2-51614104A9F4}" destId="{F8E85BCB-3875-441D-BE75-B26E978EA88F}" srcOrd="5" destOrd="0" presId="urn:microsoft.com/office/officeart/2008/layout/VerticalAccentList"/>
    <dgm:cxn modelId="{47024A17-630B-4E67-8D41-AC5585D75B85}" type="presParOf" srcId="{A91C2536-0ECE-406B-BCF2-51614104A9F4}" destId="{BC09F6B1-2821-40F4-94A6-8F1DB0F377C8}" srcOrd="6" destOrd="0" presId="urn:microsoft.com/office/officeart/2008/layout/VerticalAccentList"/>
    <dgm:cxn modelId="{D4E60BE4-20A8-4D5E-8CBE-447C157EE2D7}" type="presParOf" srcId="{A91C2536-0ECE-406B-BCF2-51614104A9F4}" destId="{158D43C1-BDA8-4F21-AC74-F4367D9FB788}" srcOrd="7" destOrd="0" presId="urn:microsoft.com/office/officeart/2008/layout/VerticalAccentList"/>
    <dgm:cxn modelId="{A11C95A3-2A63-4A8F-8A17-571FC98B8A78}" type="presParOf" srcId="{372669FF-4B03-4B18-8F06-A5C3B3033C3B}" destId="{7FD5489F-1552-482D-9AFE-2F6514F7FF3A}" srcOrd="2" destOrd="0" presId="urn:microsoft.com/office/officeart/2008/layout/VerticalAccentList"/>
    <dgm:cxn modelId="{BBBC521C-ABF7-4FEA-B46F-EFCE31AC3E3C}" type="presParOf" srcId="{372669FF-4B03-4B18-8F06-A5C3B3033C3B}" destId="{E5D0626B-84B4-4A69-BB10-8E93E6D7F8A6}" srcOrd="3" destOrd="0" presId="urn:microsoft.com/office/officeart/2008/layout/VerticalAccentList"/>
    <dgm:cxn modelId="{96E6AD76-F163-46B6-A08F-31FF3EAD398C}" type="presParOf" srcId="{E5D0626B-84B4-4A69-BB10-8E93E6D7F8A6}" destId="{91360D91-2B65-4B4B-A54A-46E56EFD67EA}" srcOrd="0" destOrd="0" presId="urn:microsoft.com/office/officeart/2008/layout/VerticalAccentList"/>
    <dgm:cxn modelId="{5A36E10B-661E-48FA-B197-A9FC04214D45}" type="presParOf" srcId="{372669FF-4B03-4B18-8F06-A5C3B3033C3B}" destId="{976D58C4-DC32-4277-B66D-4C8DC6BAC9F7}" srcOrd="4" destOrd="0" presId="urn:microsoft.com/office/officeart/2008/layout/VerticalAccentList"/>
    <dgm:cxn modelId="{B9BC452F-CE29-41DE-A5A8-493C45B1C69B}" type="presParOf" srcId="{976D58C4-DC32-4277-B66D-4C8DC6BAC9F7}" destId="{82154F7C-85AA-4C72-85A3-4D669174CEED}" srcOrd="0" destOrd="0" presId="urn:microsoft.com/office/officeart/2008/layout/VerticalAccentList"/>
    <dgm:cxn modelId="{1A7AE686-B31B-4D71-82AB-15D8512EC185}" type="presParOf" srcId="{976D58C4-DC32-4277-B66D-4C8DC6BAC9F7}" destId="{7A9E8287-502D-497B-BEA7-6AB81273399F}" srcOrd="1" destOrd="0" presId="urn:microsoft.com/office/officeart/2008/layout/VerticalAccentList"/>
    <dgm:cxn modelId="{0BE92443-399E-44B4-802A-10B27EA67F80}" type="presParOf" srcId="{976D58C4-DC32-4277-B66D-4C8DC6BAC9F7}" destId="{6598983A-6876-441F-B809-391561862AD8}" srcOrd="2" destOrd="0" presId="urn:microsoft.com/office/officeart/2008/layout/VerticalAccentList"/>
    <dgm:cxn modelId="{824A2968-55AC-4D3A-9C50-E438AE20A081}" type="presParOf" srcId="{976D58C4-DC32-4277-B66D-4C8DC6BAC9F7}" destId="{13D8CD30-C088-4FA5-8FAA-41123F706749}" srcOrd="3" destOrd="0" presId="urn:microsoft.com/office/officeart/2008/layout/VerticalAccentList"/>
    <dgm:cxn modelId="{58C18144-3FF7-43CC-8529-8B4EA5687EBA}" type="presParOf" srcId="{976D58C4-DC32-4277-B66D-4C8DC6BAC9F7}" destId="{7059499C-002D-45AB-86D5-8077C0EB822F}" srcOrd="4" destOrd="0" presId="urn:microsoft.com/office/officeart/2008/layout/VerticalAccentList"/>
    <dgm:cxn modelId="{CABAC269-4161-4F53-9282-8E587F9D2287}" type="presParOf" srcId="{976D58C4-DC32-4277-B66D-4C8DC6BAC9F7}" destId="{6A07C230-16AA-4B40-9F54-6414A8475D0B}" srcOrd="5" destOrd="0" presId="urn:microsoft.com/office/officeart/2008/layout/VerticalAccentList"/>
    <dgm:cxn modelId="{4FD4FDC5-FB81-4C7D-BC9A-1BEB253C7274}" type="presParOf" srcId="{976D58C4-DC32-4277-B66D-4C8DC6BAC9F7}" destId="{AD726888-DF28-45D6-95AA-A50F1C83686B}" srcOrd="6" destOrd="0" presId="urn:microsoft.com/office/officeart/2008/layout/VerticalAccentList"/>
    <dgm:cxn modelId="{8CFE305A-E2ED-440C-AF15-7E051174CAAC}" type="presParOf" srcId="{976D58C4-DC32-4277-B66D-4C8DC6BAC9F7}" destId="{3C521DBD-00D6-486C-9CB5-4AD397A9A6B6}" srcOrd="7" destOrd="0" presId="urn:microsoft.com/office/officeart/2008/layout/VerticalAccentList"/>
    <dgm:cxn modelId="{E3B82EB2-A2F8-4EFC-ABEF-D96C2F3B0D5E}" type="presParOf" srcId="{372669FF-4B03-4B18-8F06-A5C3B3033C3B}" destId="{83E0A136-5BB7-4D37-BB7F-4BED70C3F1E1}" srcOrd="5" destOrd="0" presId="urn:microsoft.com/office/officeart/2008/layout/VerticalAccentList"/>
    <dgm:cxn modelId="{0245E8E4-7D2F-4D29-BAD4-CA9A37575E0D}" type="presParOf" srcId="{372669FF-4B03-4B18-8F06-A5C3B3033C3B}" destId="{36E624CC-CD2D-45DD-8ECC-3E9EE9520E1F}" srcOrd="6" destOrd="0" presId="urn:microsoft.com/office/officeart/2008/layout/VerticalAccentList"/>
    <dgm:cxn modelId="{08B4DCD7-29E2-4814-B053-5988EBC9B128}" type="presParOf" srcId="{36E624CC-CD2D-45DD-8ECC-3E9EE9520E1F}" destId="{DFEB0E6E-D368-4956-ADF9-96F0D37EDB84}" srcOrd="0" destOrd="0" presId="urn:microsoft.com/office/officeart/2008/layout/VerticalAccentList"/>
    <dgm:cxn modelId="{18829367-6C09-45FA-A54E-145260B1A1C9}" type="presParOf" srcId="{372669FF-4B03-4B18-8F06-A5C3B3033C3B}" destId="{F90D42B1-4717-4E1F-8224-2CE247C78D87}" srcOrd="7" destOrd="0" presId="urn:microsoft.com/office/officeart/2008/layout/VerticalAccentList"/>
    <dgm:cxn modelId="{864172F2-41C9-443B-B374-92FAB4C1ACEC}" type="presParOf" srcId="{F90D42B1-4717-4E1F-8224-2CE247C78D87}" destId="{F1A825B9-584F-4C67-AC2D-D71CE531D578}" srcOrd="0" destOrd="0" presId="urn:microsoft.com/office/officeart/2008/layout/VerticalAccentList"/>
    <dgm:cxn modelId="{FF16F7B3-D8C4-43DA-A0BC-7A8F0C411457}" type="presParOf" srcId="{F90D42B1-4717-4E1F-8224-2CE247C78D87}" destId="{37848E0F-D0C4-46BB-A251-83C935B3ACA3}" srcOrd="1" destOrd="0" presId="urn:microsoft.com/office/officeart/2008/layout/VerticalAccentList"/>
    <dgm:cxn modelId="{842EDFF7-9C09-4013-9F9A-22AFA6E8BA3F}" type="presParOf" srcId="{F90D42B1-4717-4E1F-8224-2CE247C78D87}" destId="{50426CFB-4269-435C-B9A6-06D348C3CB5F}" srcOrd="2" destOrd="0" presId="urn:microsoft.com/office/officeart/2008/layout/VerticalAccentList"/>
    <dgm:cxn modelId="{C84EBB69-55E6-47D1-AEEC-1F3C24EF4F72}" type="presParOf" srcId="{F90D42B1-4717-4E1F-8224-2CE247C78D87}" destId="{6A7D0AF7-4253-422E-93CF-2126D3806895}" srcOrd="3" destOrd="0" presId="urn:microsoft.com/office/officeart/2008/layout/VerticalAccentList"/>
    <dgm:cxn modelId="{857C2671-A484-4CB7-BD81-C9D783BD6901}" type="presParOf" srcId="{F90D42B1-4717-4E1F-8224-2CE247C78D87}" destId="{3D903EE7-5A35-4F4F-872E-135D9E8D75E8}" srcOrd="4" destOrd="0" presId="urn:microsoft.com/office/officeart/2008/layout/VerticalAccentList"/>
    <dgm:cxn modelId="{97129DB1-B5FD-4B7A-8959-68F9CB344051}" type="presParOf" srcId="{F90D42B1-4717-4E1F-8224-2CE247C78D87}" destId="{94DF0875-77D0-4A29-BECF-7501744ED3DC}" srcOrd="5" destOrd="0" presId="urn:microsoft.com/office/officeart/2008/layout/VerticalAccentList"/>
    <dgm:cxn modelId="{33968B46-8DF5-4D74-A1E3-26D25D555D85}" type="presParOf" srcId="{F90D42B1-4717-4E1F-8224-2CE247C78D87}" destId="{B0231B5E-F6F7-466E-AB85-0AD6F727D25F}" srcOrd="6" destOrd="0" presId="urn:microsoft.com/office/officeart/2008/layout/VerticalAccentList"/>
    <dgm:cxn modelId="{E6141F5B-FF3F-45B7-AC01-769E72B1B324}" type="presParOf" srcId="{F90D42B1-4717-4E1F-8224-2CE247C78D87}" destId="{1339751F-8717-42D5-8ED3-14BD7CD2944C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189C59-EB48-4AF9-8B1B-12EEC4A971DB}" type="doc">
      <dgm:prSet loTypeId="urn:microsoft.com/office/officeart/2005/8/layout/vList2" loCatId="list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5609875-3C86-4E44-B46E-1F62BEC6477B}">
      <dgm:prSet/>
      <dgm:spPr/>
      <dgm:t>
        <a:bodyPr/>
        <a:lstStyle/>
        <a:p>
          <a:r>
            <a:rPr lang="en-US" dirty="0"/>
            <a:t>User Interface</a:t>
          </a:r>
        </a:p>
      </dgm:t>
    </dgm:pt>
    <dgm:pt modelId="{0A556C2C-3479-4603-B0A9-C503D77B3FAA}" type="parTrans" cxnId="{B2EEDE83-26ED-4E85-951F-F03270385AD9}">
      <dgm:prSet/>
      <dgm:spPr/>
      <dgm:t>
        <a:bodyPr/>
        <a:lstStyle/>
        <a:p>
          <a:endParaRPr lang="en-US"/>
        </a:p>
      </dgm:t>
    </dgm:pt>
    <dgm:pt modelId="{EBA12832-C6ED-4085-B507-8955995ECE18}" type="sibTrans" cxnId="{B2EEDE83-26ED-4E85-951F-F03270385AD9}">
      <dgm:prSet/>
      <dgm:spPr/>
      <dgm:t>
        <a:bodyPr/>
        <a:lstStyle/>
        <a:p>
          <a:endParaRPr lang="en-US"/>
        </a:p>
      </dgm:t>
    </dgm:pt>
    <dgm:pt modelId="{68EFF5A0-8F3B-4F59-A2E6-6B0320AAB668}">
      <dgm:prSet/>
      <dgm:spPr/>
      <dgm:t>
        <a:bodyPr/>
        <a:lstStyle/>
        <a:p>
          <a:r>
            <a:rPr lang="en-US" dirty="0"/>
            <a:t>Data Storage</a:t>
          </a:r>
        </a:p>
      </dgm:t>
    </dgm:pt>
    <dgm:pt modelId="{67E47ADE-E6FC-451C-8B7B-26CBB79FD201}" type="parTrans" cxnId="{D0A54250-DC7C-40E2-BC82-B26853A1D5A6}">
      <dgm:prSet/>
      <dgm:spPr/>
      <dgm:t>
        <a:bodyPr/>
        <a:lstStyle/>
        <a:p>
          <a:endParaRPr lang="en-US"/>
        </a:p>
      </dgm:t>
    </dgm:pt>
    <dgm:pt modelId="{8B49E7A6-4AFA-4EA1-A219-982D720B2EB3}" type="sibTrans" cxnId="{D0A54250-DC7C-40E2-BC82-B26853A1D5A6}">
      <dgm:prSet/>
      <dgm:spPr/>
      <dgm:t>
        <a:bodyPr/>
        <a:lstStyle/>
        <a:p>
          <a:endParaRPr lang="en-US"/>
        </a:p>
      </dgm:t>
    </dgm:pt>
    <dgm:pt modelId="{F463BA46-1220-4EBE-A56A-DB6D8884F77B}">
      <dgm:prSet/>
      <dgm:spPr/>
      <dgm:t>
        <a:bodyPr/>
        <a:lstStyle/>
        <a:p>
          <a:r>
            <a:rPr lang="en-US" dirty="0">
              <a:solidFill>
                <a:srgbClr val="FFC000"/>
              </a:solidFill>
            </a:rPr>
            <a:t>Backend Processing</a:t>
          </a:r>
        </a:p>
      </dgm:t>
    </dgm:pt>
    <dgm:pt modelId="{12C892FE-30A1-4ECA-A7B6-73B15825C800}" type="parTrans" cxnId="{E6625287-3F55-4A06-9BAC-549A175D2526}">
      <dgm:prSet/>
      <dgm:spPr/>
      <dgm:t>
        <a:bodyPr/>
        <a:lstStyle/>
        <a:p>
          <a:endParaRPr lang="en-US"/>
        </a:p>
      </dgm:t>
    </dgm:pt>
    <dgm:pt modelId="{D7FF8CB1-6690-43D2-98FE-E18B029400A0}" type="sibTrans" cxnId="{E6625287-3F55-4A06-9BAC-549A175D2526}">
      <dgm:prSet/>
      <dgm:spPr/>
      <dgm:t>
        <a:bodyPr/>
        <a:lstStyle/>
        <a:p>
          <a:endParaRPr lang="en-US"/>
        </a:p>
      </dgm:t>
    </dgm:pt>
    <dgm:pt modelId="{3761CA5B-F718-4098-A1DB-C8735E73915F}" type="pres">
      <dgm:prSet presAssocID="{86189C59-EB48-4AF9-8B1B-12EEC4A971DB}" presName="linear" presStyleCnt="0">
        <dgm:presLayoutVars>
          <dgm:animLvl val="lvl"/>
          <dgm:resizeHandles val="exact"/>
        </dgm:presLayoutVars>
      </dgm:prSet>
      <dgm:spPr/>
    </dgm:pt>
    <dgm:pt modelId="{C0D68DAA-6C5D-447D-B1A5-25A0B4CA0DD7}" type="pres">
      <dgm:prSet presAssocID="{C5609875-3C86-4E44-B46E-1F62BEC6477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84FD92-5F90-4DCE-A3FA-D578C30F4A1C}" type="pres">
      <dgm:prSet presAssocID="{EBA12832-C6ED-4085-B507-8955995ECE18}" presName="spacer" presStyleCnt="0"/>
      <dgm:spPr/>
    </dgm:pt>
    <dgm:pt modelId="{5E5B5DA5-ECF0-4C58-93EE-FD3E6DEC2C13}" type="pres">
      <dgm:prSet presAssocID="{F463BA46-1220-4EBE-A56A-DB6D8884F7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19515F-54BF-41F6-8193-F016147110EF}" type="pres">
      <dgm:prSet presAssocID="{D7FF8CB1-6690-43D2-98FE-E18B029400A0}" presName="spacer" presStyleCnt="0"/>
      <dgm:spPr/>
    </dgm:pt>
    <dgm:pt modelId="{3326519F-4197-45B8-9A11-9DFF32B3F15B}" type="pres">
      <dgm:prSet presAssocID="{68EFF5A0-8F3B-4F59-A2E6-6B0320AAB66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9DDE19-32D5-44E4-A14D-F19CE7BB7CCB}" type="presOf" srcId="{68EFF5A0-8F3B-4F59-A2E6-6B0320AAB668}" destId="{3326519F-4197-45B8-9A11-9DFF32B3F15B}" srcOrd="0" destOrd="0" presId="urn:microsoft.com/office/officeart/2005/8/layout/vList2"/>
    <dgm:cxn modelId="{7F232532-B44D-4AED-9735-C37A3643B8F6}" type="presOf" srcId="{86189C59-EB48-4AF9-8B1B-12EEC4A971DB}" destId="{3761CA5B-F718-4098-A1DB-C8735E73915F}" srcOrd="0" destOrd="0" presId="urn:microsoft.com/office/officeart/2005/8/layout/vList2"/>
    <dgm:cxn modelId="{D0A54250-DC7C-40E2-BC82-B26853A1D5A6}" srcId="{86189C59-EB48-4AF9-8B1B-12EEC4A971DB}" destId="{68EFF5A0-8F3B-4F59-A2E6-6B0320AAB668}" srcOrd="2" destOrd="0" parTransId="{67E47ADE-E6FC-451C-8B7B-26CBB79FD201}" sibTransId="{8B49E7A6-4AFA-4EA1-A219-982D720B2EB3}"/>
    <dgm:cxn modelId="{B2EEDE83-26ED-4E85-951F-F03270385AD9}" srcId="{86189C59-EB48-4AF9-8B1B-12EEC4A971DB}" destId="{C5609875-3C86-4E44-B46E-1F62BEC6477B}" srcOrd="0" destOrd="0" parTransId="{0A556C2C-3479-4603-B0A9-C503D77B3FAA}" sibTransId="{EBA12832-C6ED-4085-B507-8955995ECE18}"/>
    <dgm:cxn modelId="{E6625287-3F55-4A06-9BAC-549A175D2526}" srcId="{86189C59-EB48-4AF9-8B1B-12EEC4A971DB}" destId="{F463BA46-1220-4EBE-A56A-DB6D8884F77B}" srcOrd="1" destOrd="0" parTransId="{12C892FE-30A1-4ECA-A7B6-73B15825C800}" sibTransId="{D7FF8CB1-6690-43D2-98FE-E18B029400A0}"/>
    <dgm:cxn modelId="{E3AF9D9E-CFB8-4707-88A7-7C6491D7359E}" type="presOf" srcId="{C5609875-3C86-4E44-B46E-1F62BEC6477B}" destId="{C0D68DAA-6C5D-447D-B1A5-25A0B4CA0DD7}" srcOrd="0" destOrd="0" presId="urn:microsoft.com/office/officeart/2005/8/layout/vList2"/>
    <dgm:cxn modelId="{BA5354B3-0CC6-4C67-B8A3-4C6A05186F2D}" type="presOf" srcId="{F463BA46-1220-4EBE-A56A-DB6D8884F77B}" destId="{5E5B5DA5-ECF0-4C58-93EE-FD3E6DEC2C13}" srcOrd="0" destOrd="0" presId="urn:microsoft.com/office/officeart/2005/8/layout/vList2"/>
    <dgm:cxn modelId="{69C4891D-C4A8-4ECC-8184-F3C6F68D8DA4}" type="presParOf" srcId="{3761CA5B-F718-4098-A1DB-C8735E73915F}" destId="{C0D68DAA-6C5D-447D-B1A5-25A0B4CA0DD7}" srcOrd="0" destOrd="0" presId="urn:microsoft.com/office/officeart/2005/8/layout/vList2"/>
    <dgm:cxn modelId="{A1551500-5B48-45F2-99DB-CAEA657A2D50}" type="presParOf" srcId="{3761CA5B-F718-4098-A1DB-C8735E73915F}" destId="{AE84FD92-5F90-4DCE-A3FA-D578C30F4A1C}" srcOrd="1" destOrd="0" presId="urn:microsoft.com/office/officeart/2005/8/layout/vList2"/>
    <dgm:cxn modelId="{BDEC4E50-99BA-45F5-B1C5-DF2E7DC84550}" type="presParOf" srcId="{3761CA5B-F718-4098-A1DB-C8735E73915F}" destId="{5E5B5DA5-ECF0-4C58-93EE-FD3E6DEC2C13}" srcOrd="2" destOrd="0" presId="urn:microsoft.com/office/officeart/2005/8/layout/vList2"/>
    <dgm:cxn modelId="{B4A8F1BD-8626-4D10-BA19-09A6CF9C2133}" type="presParOf" srcId="{3761CA5B-F718-4098-A1DB-C8735E73915F}" destId="{D819515F-54BF-41F6-8193-F016147110EF}" srcOrd="3" destOrd="0" presId="urn:microsoft.com/office/officeart/2005/8/layout/vList2"/>
    <dgm:cxn modelId="{AB0C62F0-9D4D-4F5B-AB24-AB293F981BE5}" type="presParOf" srcId="{3761CA5B-F718-4098-A1DB-C8735E73915F}" destId="{3326519F-4197-45B8-9A11-9DFF32B3F15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ABD485-70DF-45D2-914E-0F247FF2E36D}" type="doc">
      <dgm:prSet loTypeId="urn:microsoft.com/office/officeart/2005/8/layout/pyramid2" loCatId="list" qsTypeId="urn:microsoft.com/office/officeart/2009/2/quickstyle/3d8" qsCatId="3D" csTypeId="urn:microsoft.com/office/officeart/2005/8/colors/colorful2" csCatId="colorful" phldr="1"/>
      <dgm:spPr/>
    </dgm:pt>
    <dgm:pt modelId="{76E70BFA-BB06-4728-B4C3-1C9CB0CAD13E}">
      <dgm:prSet/>
      <dgm:spPr/>
      <dgm:t>
        <a:bodyPr/>
        <a:lstStyle/>
        <a:p>
          <a:r>
            <a:rPr lang="en-US"/>
            <a:t>IDE Selection</a:t>
          </a:r>
        </a:p>
      </dgm:t>
    </dgm:pt>
    <dgm:pt modelId="{01BA9F0D-B0A3-4CB1-9CF7-8BEEE16972DD}" type="parTrans" cxnId="{E88E1CEC-8EFE-4A33-A805-273473F4E333}">
      <dgm:prSet/>
      <dgm:spPr/>
      <dgm:t>
        <a:bodyPr/>
        <a:lstStyle/>
        <a:p>
          <a:endParaRPr lang="en-US"/>
        </a:p>
      </dgm:t>
    </dgm:pt>
    <dgm:pt modelId="{859B1273-77DC-4023-A643-5FF9D458E030}" type="sibTrans" cxnId="{E88E1CEC-8EFE-4A33-A805-273473F4E333}">
      <dgm:prSet/>
      <dgm:spPr/>
      <dgm:t>
        <a:bodyPr/>
        <a:lstStyle/>
        <a:p>
          <a:endParaRPr lang="en-US"/>
        </a:p>
      </dgm:t>
    </dgm:pt>
    <dgm:pt modelId="{03CA832A-96E1-4BCD-8ACD-ED559CE1B239}">
      <dgm:prSet/>
      <dgm:spPr/>
      <dgm:t>
        <a:bodyPr/>
        <a:lstStyle/>
        <a:p>
          <a:r>
            <a:rPr lang="en-US"/>
            <a:t>Java SDK Installation</a:t>
          </a:r>
        </a:p>
      </dgm:t>
    </dgm:pt>
    <dgm:pt modelId="{7FC49D7E-25FE-4F91-A16C-89AA4A7F6BB0}" type="parTrans" cxnId="{3FA9EB4E-7AA6-48F3-A653-78477C38E11B}">
      <dgm:prSet/>
      <dgm:spPr/>
      <dgm:t>
        <a:bodyPr/>
        <a:lstStyle/>
        <a:p>
          <a:endParaRPr lang="en-US"/>
        </a:p>
      </dgm:t>
    </dgm:pt>
    <dgm:pt modelId="{DD5B5AD5-4177-465B-B550-DF9C8A7BBF32}" type="sibTrans" cxnId="{3FA9EB4E-7AA6-48F3-A653-78477C38E11B}">
      <dgm:prSet/>
      <dgm:spPr/>
      <dgm:t>
        <a:bodyPr/>
        <a:lstStyle/>
        <a:p>
          <a:endParaRPr lang="en-US"/>
        </a:p>
      </dgm:t>
    </dgm:pt>
    <dgm:pt modelId="{24BDE3E3-8185-4BD7-B1E5-0DC289494D9C}">
      <dgm:prSet/>
      <dgm:spPr/>
      <dgm:t>
        <a:bodyPr/>
        <a:lstStyle/>
        <a:p>
          <a:r>
            <a:rPr lang="en-US" dirty="0"/>
            <a:t>Dependency Management</a:t>
          </a:r>
        </a:p>
      </dgm:t>
    </dgm:pt>
    <dgm:pt modelId="{FC52B571-E219-4941-9A62-32E715A9D1CD}" type="parTrans" cxnId="{CD992FAC-1CF2-40A9-8F21-D5F4E8F44AE1}">
      <dgm:prSet/>
      <dgm:spPr/>
      <dgm:t>
        <a:bodyPr/>
        <a:lstStyle/>
        <a:p>
          <a:endParaRPr lang="en-US"/>
        </a:p>
      </dgm:t>
    </dgm:pt>
    <dgm:pt modelId="{875575F3-1C86-4F8A-A84B-1FAF193BABAC}" type="sibTrans" cxnId="{CD992FAC-1CF2-40A9-8F21-D5F4E8F44AE1}">
      <dgm:prSet/>
      <dgm:spPr/>
      <dgm:t>
        <a:bodyPr/>
        <a:lstStyle/>
        <a:p>
          <a:endParaRPr lang="en-US"/>
        </a:p>
      </dgm:t>
    </dgm:pt>
    <dgm:pt modelId="{C94A798F-F86D-4A20-810D-9A22E616E93B}" type="pres">
      <dgm:prSet presAssocID="{5FABD485-70DF-45D2-914E-0F247FF2E36D}" presName="compositeShape" presStyleCnt="0">
        <dgm:presLayoutVars>
          <dgm:dir/>
          <dgm:resizeHandles/>
        </dgm:presLayoutVars>
      </dgm:prSet>
      <dgm:spPr/>
    </dgm:pt>
    <dgm:pt modelId="{8550F623-AB3B-46B7-8A0B-74C456013857}" type="pres">
      <dgm:prSet presAssocID="{5FABD485-70DF-45D2-914E-0F247FF2E36D}" presName="pyramid" presStyleLbl="node1" presStyleIdx="0" presStyleCnt="1" custLinFactNeighborY="397"/>
      <dgm:spPr/>
    </dgm:pt>
    <dgm:pt modelId="{6C1D85FB-26BD-405C-8B91-C201B318E669}" type="pres">
      <dgm:prSet presAssocID="{5FABD485-70DF-45D2-914E-0F247FF2E36D}" presName="theList" presStyleCnt="0"/>
      <dgm:spPr/>
    </dgm:pt>
    <dgm:pt modelId="{23605C08-13B1-476C-BE0E-A042FA083E0C}" type="pres">
      <dgm:prSet presAssocID="{76E70BFA-BB06-4728-B4C3-1C9CB0CAD13E}" presName="aNode" presStyleLbl="fgAcc1" presStyleIdx="0" presStyleCnt="3">
        <dgm:presLayoutVars>
          <dgm:bulletEnabled val="1"/>
        </dgm:presLayoutVars>
      </dgm:prSet>
      <dgm:spPr/>
    </dgm:pt>
    <dgm:pt modelId="{771BE791-F540-42F5-A7F3-3B519D1DA5FF}" type="pres">
      <dgm:prSet presAssocID="{76E70BFA-BB06-4728-B4C3-1C9CB0CAD13E}" presName="aSpace" presStyleCnt="0"/>
      <dgm:spPr/>
    </dgm:pt>
    <dgm:pt modelId="{C3C1B228-70FD-4E87-9204-94B3237FACB6}" type="pres">
      <dgm:prSet presAssocID="{03CA832A-96E1-4BCD-8ACD-ED559CE1B239}" presName="aNode" presStyleLbl="fgAcc1" presStyleIdx="1" presStyleCnt="3">
        <dgm:presLayoutVars>
          <dgm:bulletEnabled val="1"/>
        </dgm:presLayoutVars>
      </dgm:prSet>
      <dgm:spPr/>
    </dgm:pt>
    <dgm:pt modelId="{094EA051-E28A-4CF5-A437-6236B5AAB81F}" type="pres">
      <dgm:prSet presAssocID="{03CA832A-96E1-4BCD-8ACD-ED559CE1B239}" presName="aSpace" presStyleCnt="0"/>
      <dgm:spPr/>
    </dgm:pt>
    <dgm:pt modelId="{FC6F966A-14CA-4D10-8F87-A8359480D490}" type="pres">
      <dgm:prSet presAssocID="{24BDE3E3-8185-4BD7-B1E5-0DC289494D9C}" presName="aNode" presStyleLbl="fgAcc1" presStyleIdx="2" presStyleCnt="3">
        <dgm:presLayoutVars>
          <dgm:bulletEnabled val="1"/>
        </dgm:presLayoutVars>
      </dgm:prSet>
      <dgm:spPr/>
    </dgm:pt>
    <dgm:pt modelId="{F0CC4D9A-78A2-49D9-9550-0038F0F4B8C3}" type="pres">
      <dgm:prSet presAssocID="{24BDE3E3-8185-4BD7-B1E5-0DC289494D9C}" presName="aSpace" presStyleCnt="0"/>
      <dgm:spPr/>
    </dgm:pt>
  </dgm:ptLst>
  <dgm:cxnLst>
    <dgm:cxn modelId="{3FA9EB4E-7AA6-48F3-A653-78477C38E11B}" srcId="{5FABD485-70DF-45D2-914E-0F247FF2E36D}" destId="{03CA832A-96E1-4BCD-8ACD-ED559CE1B239}" srcOrd="1" destOrd="0" parTransId="{7FC49D7E-25FE-4F91-A16C-89AA4A7F6BB0}" sibTransId="{DD5B5AD5-4177-465B-B550-DF9C8A7BBF32}"/>
    <dgm:cxn modelId="{E94F8152-41F4-4D4F-AAE2-C50E186AA8C3}" type="presOf" srcId="{76E70BFA-BB06-4728-B4C3-1C9CB0CAD13E}" destId="{23605C08-13B1-476C-BE0E-A042FA083E0C}" srcOrd="0" destOrd="0" presId="urn:microsoft.com/office/officeart/2005/8/layout/pyramid2"/>
    <dgm:cxn modelId="{94E78F54-016C-4B09-A63E-99F2E228B0CA}" type="presOf" srcId="{03CA832A-96E1-4BCD-8ACD-ED559CE1B239}" destId="{C3C1B228-70FD-4E87-9204-94B3237FACB6}" srcOrd="0" destOrd="0" presId="urn:microsoft.com/office/officeart/2005/8/layout/pyramid2"/>
    <dgm:cxn modelId="{CD992FAC-1CF2-40A9-8F21-D5F4E8F44AE1}" srcId="{5FABD485-70DF-45D2-914E-0F247FF2E36D}" destId="{24BDE3E3-8185-4BD7-B1E5-0DC289494D9C}" srcOrd="2" destOrd="0" parTransId="{FC52B571-E219-4941-9A62-32E715A9D1CD}" sibTransId="{875575F3-1C86-4F8A-A84B-1FAF193BABAC}"/>
    <dgm:cxn modelId="{FB3ED3CA-0D20-45A8-A3A5-CF2A4283A433}" type="presOf" srcId="{5FABD485-70DF-45D2-914E-0F247FF2E36D}" destId="{C94A798F-F86D-4A20-810D-9A22E616E93B}" srcOrd="0" destOrd="0" presId="urn:microsoft.com/office/officeart/2005/8/layout/pyramid2"/>
    <dgm:cxn modelId="{173DA0E7-1D7A-4299-94E5-0D608A5F2D57}" type="presOf" srcId="{24BDE3E3-8185-4BD7-B1E5-0DC289494D9C}" destId="{FC6F966A-14CA-4D10-8F87-A8359480D490}" srcOrd="0" destOrd="0" presId="urn:microsoft.com/office/officeart/2005/8/layout/pyramid2"/>
    <dgm:cxn modelId="{E88E1CEC-8EFE-4A33-A805-273473F4E333}" srcId="{5FABD485-70DF-45D2-914E-0F247FF2E36D}" destId="{76E70BFA-BB06-4728-B4C3-1C9CB0CAD13E}" srcOrd="0" destOrd="0" parTransId="{01BA9F0D-B0A3-4CB1-9CF7-8BEEE16972DD}" sibTransId="{859B1273-77DC-4023-A643-5FF9D458E030}"/>
    <dgm:cxn modelId="{FD41A949-76E8-46B6-8DA6-47F31FC6976E}" type="presParOf" srcId="{C94A798F-F86D-4A20-810D-9A22E616E93B}" destId="{8550F623-AB3B-46B7-8A0B-74C456013857}" srcOrd="0" destOrd="0" presId="urn:microsoft.com/office/officeart/2005/8/layout/pyramid2"/>
    <dgm:cxn modelId="{546B5453-6430-47AB-99CB-6C9339E2AAF9}" type="presParOf" srcId="{C94A798F-F86D-4A20-810D-9A22E616E93B}" destId="{6C1D85FB-26BD-405C-8B91-C201B318E669}" srcOrd="1" destOrd="0" presId="urn:microsoft.com/office/officeart/2005/8/layout/pyramid2"/>
    <dgm:cxn modelId="{BFBA557C-C1CF-4ACA-8847-7C7428DBD215}" type="presParOf" srcId="{6C1D85FB-26BD-405C-8B91-C201B318E669}" destId="{23605C08-13B1-476C-BE0E-A042FA083E0C}" srcOrd="0" destOrd="0" presId="urn:microsoft.com/office/officeart/2005/8/layout/pyramid2"/>
    <dgm:cxn modelId="{D4198C16-78F9-4856-9B88-5C663FFE42C7}" type="presParOf" srcId="{6C1D85FB-26BD-405C-8B91-C201B318E669}" destId="{771BE791-F540-42F5-A7F3-3B519D1DA5FF}" srcOrd="1" destOrd="0" presId="urn:microsoft.com/office/officeart/2005/8/layout/pyramid2"/>
    <dgm:cxn modelId="{4AAE9D25-409D-4A27-93C0-F1A936806D36}" type="presParOf" srcId="{6C1D85FB-26BD-405C-8B91-C201B318E669}" destId="{C3C1B228-70FD-4E87-9204-94B3237FACB6}" srcOrd="2" destOrd="0" presId="urn:microsoft.com/office/officeart/2005/8/layout/pyramid2"/>
    <dgm:cxn modelId="{3F93E0C3-0EFB-443C-8DD7-0F965BB391E4}" type="presParOf" srcId="{6C1D85FB-26BD-405C-8B91-C201B318E669}" destId="{094EA051-E28A-4CF5-A437-6236B5AAB81F}" srcOrd="3" destOrd="0" presId="urn:microsoft.com/office/officeart/2005/8/layout/pyramid2"/>
    <dgm:cxn modelId="{AC0F6EE8-EC4E-42D6-A631-93E68B54A8FF}" type="presParOf" srcId="{6C1D85FB-26BD-405C-8B91-C201B318E669}" destId="{FC6F966A-14CA-4D10-8F87-A8359480D490}" srcOrd="4" destOrd="0" presId="urn:microsoft.com/office/officeart/2005/8/layout/pyramid2"/>
    <dgm:cxn modelId="{23B97277-DE7C-4CB9-8044-401BA99B7D9E}" type="presParOf" srcId="{6C1D85FB-26BD-405C-8B91-C201B318E669}" destId="{F0CC4D9A-78A2-49D9-9550-0038F0F4B8C3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A154F8-E904-4E05-837D-60D5CAE136BB}" type="doc">
      <dgm:prSet loTypeId="urn:microsoft.com/office/officeart/2005/8/layout/pyramid2" loCatId="list" qsTypeId="urn:microsoft.com/office/officeart/2009/2/quickstyle/3d8" qsCatId="3D" csTypeId="urn:microsoft.com/office/officeart/2005/8/colors/colorful4" csCatId="colorful" phldr="1"/>
      <dgm:spPr/>
    </dgm:pt>
    <dgm:pt modelId="{869759E2-2EC3-4898-A723-8D700AD9A721}">
      <dgm:prSet/>
      <dgm:spPr/>
      <dgm:t>
        <a:bodyPr/>
        <a:lstStyle/>
        <a:p>
          <a:r>
            <a:rPr lang="en-US" b="0" dirty="0"/>
            <a:t>Java Libraries Overview</a:t>
          </a:r>
          <a:endParaRPr lang="es-ES" b="0" dirty="0"/>
        </a:p>
      </dgm:t>
    </dgm:pt>
    <dgm:pt modelId="{D7DBECBF-62CC-4522-95FA-7FE32C10DBAC}" type="parTrans" cxnId="{E3CDD941-685D-4653-9294-BB2328133793}">
      <dgm:prSet/>
      <dgm:spPr/>
      <dgm:t>
        <a:bodyPr/>
        <a:lstStyle/>
        <a:p>
          <a:endParaRPr lang="en-US"/>
        </a:p>
      </dgm:t>
    </dgm:pt>
    <dgm:pt modelId="{2CB856DF-E0E7-4C3B-B456-7D61DB15A361}" type="sibTrans" cxnId="{E3CDD941-685D-4653-9294-BB2328133793}">
      <dgm:prSet/>
      <dgm:spPr/>
      <dgm:t>
        <a:bodyPr/>
        <a:lstStyle/>
        <a:p>
          <a:endParaRPr lang="en-US"/>
        </a:p>
      </dgm:t>
    </dgm:pt>
    <dgm:pt modelId="{B46CD1CC-82AD-4A8C-A62A-C8A8223CED60}">
      <dgm:prSet/>
      <dgm:spPr/>
      <dgm:t>
        <a:bodyPr/>
        <a:lstStyle/>
        <a:p>
          <a:r>
            <a:rPr lang="en-US"/>
            <a:t>URL Analysis Libraries</a:t>
          </a:r>
        </a:p>
      </dgm:t>
    </dgm:pt>
    <dgm:pt modelId="{0595E974-8907-4631-A5E2-E423972C9FDF}" type="parTrans" cxnId="{C99AB4FB-C7D3-4411-AB18-766C0F78CFA7}">
      <dgm:prSet/>
      <dgm:spPr/>
      <dgm:t>
        <a:bodyPr/>
        <a:lstStyle/>
        <a:p>
          <a:endParaRPr lang="en-US"/>
        </a:p>
      </dgm:t>
    </dgm:pt>
    <dgm:pt modelId="{0D23CCBA-D77C-4EFF-95C3-1722EBCE845A}" type="sibTrans" cxnId="{C99AB4FB-C7D3-4411-AB18-766C0F78CFA7}">
      <dgm:prSet/>
      <dgm:spPr/>
      <dgm:t>
        <a:bodyPr/>
        <a:lstStyle/>
        <a:p>
          <a:endParaRPr lang="en-US"/>
        </a:p>
      </dgm:t>
    </dgm:pt>
    <dgm:pt modelId="{9EB430AA-E61D-46DB-9BB3-39B214F65E39}">
      <dgm:prSet/>
      <dgm:spPr/>
      <dgm:t>
        <a:bodyPr/>
        <a:lstStyle/>
        <a:p>
          <a:r>
            <a:rPr lang="en-US"/>
            <a:t>Content Scanning Mechanisms</a:t>
          </a:r>
        </a:p>
      </dgm:t>
    </dgm:pt>
    <dgm:pt modelId="{FBA11135-6B85-4288-9B68-15DC948041C7}" type="parTrans" cxnId="{B810379F-1DC3-480A-A504-95145B763852}">
      <dgm:prSet/>
      <dgm:spPr/>
      <dgm:t>
        <a:bodyPr/>
        <a:lstStyle/>
        <a:p>
          <a:endParaRPr lang="en-US"/>
        </a:p>
      </dgm:t>
    </dgm:pt>
    <dgm:pt modelId="{41786C31-DC91-4B4C-8A8C-25DD6F86840E}" type="sibTrans" cxnId="{B810379F-1DC3-480A-A504-95145B763852}">
      <dgm:prSet/>
      <dgm:spPr/>
      <dgm:t>
        <a:bodyPr/>
        <a:lstStyle/>
        <a:p>
          <a:endParaRPr lang="en-US"/>
        </a:p>
      </dgm:t>
    </dgm:pt>
    <dgm:pt modelId="{187B979B-1FD9-43BC-8BA0-EA678B5400A2}">
      <dgm:prSet/>
      <dgm:spPr/>
      <dgm:t>
        <a:bodyPr/>
        <a:lstStyle/>
        <a:p>
          <a:r>
            <a:rPr lang="en-US" dirty="0"/>
            <a:t>Alerting Mechanisms</a:t>
          </a:r>
        </a:p>
      </dgm:t>
    </dgm:pt>
    <dgm:pt modelId="{9B0BA7C9-4D27-47F2-B5B5-9262D9B434D2}" type="parTrans" cxnId="{217B1AF7-830C-4952-9E21-16AC93CDEBDC}">
      <dgm:prSet/>
      <dgm:spPr/>
      <dgm:t>
        <a:bodyPr/>
        <a:lstStyle/>
        <a:p>
          <a:endParaRPr lang="en-US"/>
        </a:p>
      </dgm:t>
    </dgm:pt>
    <dgm:pt modelId="{0A99FC7E-EC34-40AE-B182-6ADF2130A721}" type="sibTrans" cxnId="{217B1AF7-830C-4952-9E21-16AC93CDEBDC}">
      <dgm:prSet/>
      <dgm:spPr/>
      <dgm:t>
        <a:bodyPr/>
        <a:lstStyle/>
        <a:p>
          <a:endParaRPr lang="en-US"/>
        </a:p>
      </dgm:t>
    </dgm:pt>
    <dgm:pt modelId="{CEA04419-2D3F-4FA9-989C-04E90BCAFE7E}" type="pres">
      <dgm:prSet presAssocID="{AAA154F8-E904-4E05-837D-60D5CAE136BB}" presName="compositeShape" presStyleCnt="0">
        <dgm:presLayoutVars>
          <dgm:dir/>
          <dgm:resizeHandles/>
        </dgm:presLayoutVars>
      </dgm:prSet>
      <dgm:spPr/>
    </dgm:pt>
    <dgm:pt modelId="{E40A2252-11CA-44FE-9E5E-C0F3EB0BB0B7}" type="pres">
      <dgm:prSet presAssocID="{AAA154F8-E904-4E05-837D-60D5CAE136BB}" presName="pyramid" presStyleLbl="node1" presStyleIdx="0" presStyleCnt="1" custLinFactNeighborX="-3134" custLinFactNeighborY="264"/>
      <dgm:spPr/>
    </dgm:pt>
    <dgm:pt modelId="{E1CDF9CE-EAD9-45AF-9C4A-7C9C09A204E6}" type="pres">
      <dgm:prSet presAssocID="{AAA154F8-E904-4E05-837D-60D5CAE136BB}" presName="theList" presStyleCnt="0"/>
      <dgm:spPr/>
    </dgm:pt>
    <dgm:pt modelId="{AAA243EE-9F85-43FA-9E0B-924925AC562E}" type="pres">
      <dgm:prSet presAssocID="{869759E2-2EC3-4898-A723-8D700AD9A721}" presName="aNode" presStyleLbl="fgAcc1" presStyleIdx="0" presStyleCnt="4">
        <dgm:presLayoutVars>
          <dgm:bulletEnabled val="1"/>
        </dgm:presLayoutVars>
      </dgm:prSet>
      <dgm:spPr/>
    </dgm:pt>
    <dgm:pt modelId="{46EF5E6D-F2C8-4631-83BF-9DE788B3D801}" type="pres">
      <dgm:prSet presAssocID="{869759E2-2EC3-4898-A723-8D700AD9A721}" presName="aSpace" presStyleCnt="0"/>
      <dgm:spPr/>
    </dgm:pt>
    <dgm:pt modelId="{91C38937-6352-4AD8-B681-1D2F65FCCF1E}" type="pres">
      <dgm:prSet presAssocID="{B46CD1CC-82AD-4A8C-A62A-C8A8223CED60}" presName="aNode" presStyleLbl="fgAcc1" presStyleIdx="1" presStyleCnt="4">
        <dgm:presLayoutVars>
          <dgm:bulletEnabled val="1"/>
        </dgm:presLayoutVars>
      </dgm:prSet>
      <dgm:spPr/>
    </dgm:pt>
    <dgm:pt modelId="{50D7BF3A-F0C4-4389-A17A-C86B8E6C796F}" type="pres">
      <dgm:prSet presAssocID="{B46CD1CC-82AD-4A8C-A62A-C8A8223CED60}" presName="aSpace" presStyleCnt="0"/>
      <dgm:spPr/>
    </dgm:pt>
    <dgm:pt modelId="{AB7F62EB-2240-4856-BA74-3D5245CD6725}" type="pres">
      <dgm:prSet presAssocID="{9EB430AA-E61D-46DB-9BB3-39B214F65E39}" presName="aNode" presStyleLbl="fgAcc1" presStyleIdx="2" presStyleCnt="4">
        <dgm:presLayoutVars>
          <dgm:bulletEnabled val="1"/>
        </dgm:presLayoutVars>
      </dgm:prSet>
      <dgm:spPr/>
    </dgm:pt>
    <dgm:pt modelId="{7CC713E4-40B2-4E51-882D-8E32C11EC082}" type="pres">
      <dgm:prSet presAssocID="{9EB430AA-E61D-46DB-9BB3-39B214F65E39}" presName="aSpace" presStyleCnt="0"/>
      <dgm:spPr/>
    </dgm:pt>
    <dgm:pt modelId="{8FA5F89D-436A-4380-A402-EA2CCAB4AD21}" type="pres">
      <dgm:prSet presAssocID="{187B979B-1FD9-43BC-8BA0-EA678B5400A2}" presName="aNode" presStyleLbl="fgAcc1" presStyleIdx="3" presStyleCnt="4">
        <dgm:presLayoutVars>
          <dgm:bulletEnabled val="1"/>
        </dgm:presLayoutVars>
      </dgm:prSet>
      <dgm:spPr/>
    </dgm:pt>
    <dgm:pt modelId="{A44B8257-9AD7-4E17-A4DD-F0844718D8B0}" type="pres">
      <dgm:prSet presAssocID="{187B979B-1FD9-43BC-8BA0-EA678B5400A2}" presName="aSpace" presStyleCnt="0"/>
      <dgm:spPr/>
    </dgm:pt>
  </dgm:ptLst>
  <dgm:cxnLst>
    <dgm:cxn modelId="{2EF62E02-6ACF-46DC-9B3E-DA51813E568E}" type="presOf" srcId="{869759E2-2EC3-4898-A723-8D700AD9A721}" destId="{AAA243EE-9F85-43FA-9E0B-924925AC562E}" srcOrd="0" destOrd="0" presId="urn:microsoft.com/office/officeart/2005/8/layout/pyramid2"/>
    <dgm:cxn modelId="{2B658111-5209-4A05-8D31-0EDCCF9C13EE}" type="presOf" srcId="{9EB430AA-E61D-46DB-9BB3-39B214F65E39}" destId="{AB7F62EB-2240-4856-BA74-3D5245CD6725}" srcOrd="0" destOrd="0" presId="urn:microsoft.com/office/officeart/2005/8/layout/pyramid2"/>
    <dgm:cxn modelId="{E3CDD941-685D-4653-9294-BB2328133793}" srcId="{AAA154F8-E904-4E05-837D-60D5CAE136BB}" destId="{869759E2-2EC3-4898-A723-8D700AD9A721}" srcOrd="0" destOrd="0" parTransId="{D7DBECBF-62CC-4522-95FA-7FE32C10DBAC}" sibTransId="{2CB856DF-E0E7-4C3B-B456-7D61DB15A361}"/>
    <dgm:cxn modelId="{AB99496A-BD17-4397-B438-B5D003A40667}" type="presOf" srcId="{187B979B-1FD9-43BC-8BA0-EA678B5400A2}" destId="{8FA5F89D-436A-4380-A402-EA2CCAB4AD21}" srcOrd="0" destOrd="0" presId="urn:microsoft.com/office/officeart/2005/8/layout/pyramid2"/>
    <dgm:cxn modelId="{B810379F-1DC3-480A-A504-95145B763852}" srcId="{AAA154F8-E904-4E05-837D-60D5CAE136BB}" destId="{9EB430AA-E61D-46DB-9BB3-39B214F65E39}" srcOrd="2" destOrd="0" parTransId="{FBA11135-6B85-4288-9B68-15DC948041C7}" sibTransId="{41786C31-DC91-4B4C-8A8C-25DD6F86840E}"/>
    <dgm:cxn modelId="{FD588CBE-2CE7-4CDB-B31D-833A17DBFF65}" type="presOf" srcId="{B46CD1CC-82AD-4A8C-A62A-C8A8223CED60}" destId="{91C38937-6352-4AD8-B681-1D2F65FCCF1E}" srcOrd="0" destOrd="0" presId="urn:microsoft.com/office/officeart/2005/8/layout/pyramid2"/>
    <dgm:cxn modelId="{04159DF3-6307-49AA-A47C-AA85947B820E}" type="presOf" srcId="{AAA154F8-E904-4E05-837D-60D5CAE136BB}" destId="{CEA04419-2D3F-4FA9-989C-04E90BCAFE7E}" srcOrd="0" destOrd="0" presId="urn:microsoft.com/office/officeart/2005/8/layout/pyramid2"/>
    <dgm:cxn modelId="{217B1AF7-830C-4952-9E21-16AC93CDEBDC}" srcId="{AAA154F8-E904-4E05-837D-60D5CAE136BB}" destId="{187B979B-1FD9-43BC-8BA0-EA678B5400A2}" srcOrd="3" destOrd="0" parTransId="{9B0BA7C9-4D27-47F2-B5B5-9262D9B434D2}" sibTransId="{0A99FC7E-EC34-40AE-B182-6ADF2130A721}"/>
    <dgm:cxn modelId="{C99AB4FB-C7D3-4411-AB18-766C0F78CFA7}" srcId="{AAA154F8-E904-4E05-837D-60D5CAE136BB}" destId="{B46CD1CC-82AD-4A8C-A62A-C8A8223CED60}" srcOrd="1" destOrd="0" parTransId="{0595E974-8907-4631-A5E2-E423972C9FDF}" sibTransId="{0D23CCBA-D77C-4EFF-95C3-1722EBCE845A}"/>
    <dgm:cxn modelId="{17BC9E1E-1B11-4C9F-93A2-41FF7ECD53D7}" type="presParOf" srcId="{CEA04419-2D3F-4FA9-989C-04E90BCAFE7E}" destId="{E40A2252-11CA-44FE-9E5E-C0F3EB0BB0B7}" srcOrd="0" destOrd="0" presId="urn:microsoft.com/office/officeart/2005/8/layout/pyramid2"/>
    <dgm:cxn modelId="{7EFFE3F9-9133-479F-936E-36DB8857F4D2}" type="presParOf" srcId="{CEA04419-2D3F-4FA9-989C-04E90BCAFE7E}" destId="{E1CDF9CE-EAD9-45AF-9C4A-7C9C09A204E6}" srcOrd="1" destOrd="0" presId="urn:microsoft.com/office/officeart/2005/8/layout/pyramid2"/>
    <dgm:cxn modelId="{C9C1451E-8B3E-45BD-B6B9-84D15B45E973}" type="presParOf" srcId="{E1CDF9CE-EAD9-45AF-9C4A-7C9C09A204E6}" destId="{AAA243EE-9F85-43FA-9E0B-924925AC562E}" srcOrd="0" destOrd="0" presId="urn:microsoft.com/office/officeart/2005/8/layout/pyramid2"/>
    <dgm:cxn modelId="{5C74ACD1-4057-498C-88B4-17FF2128677D}" type="presParOf" srcId="{E1CDF9CE-EAD9-45AF-9C4A-7C9C09A204E6}" destId="{46EF5E6D-F2C8-4631-83BF-9DE788B3D801}" srcOrd="1" destOrd="0" presId="urn:microsoft.com/office/officeart/2005/8/layout/pyramid2"/>
    <dgm:cxn modelId="{FC2A234F-110E-4E80-822C-87E02316AFA5}" type="presParOf" srcId="{E1CDF9CE-EAD9-45AF-9C4A-7C9C09A204E6}" destId="{91C38937-6352-4AD8-B681-1D2F65FCCF1E}" srcOrd="2" destOrd="0" presId="urn:microsoft.com/office/officeart/2005/8/layout/pyramid2"/>
    <dgm:cxn modelId="{75557D9C-9220-47B1-8464-61B7CC027A09}" type="presParOf" srcId="{E1CDF9CE-EAD9-45AF-9C4A-7C9C09A204E6}" destId="{50D7BF3A-F0C4-4389-A17A-C86B8E6C796F}" srcOrd="3" destOrd="0" presId="urn:microsoft.com/office/officeart/2005/8/layout/pyramid2"/>
    <dgm:cxn modelId="{8BE7A565-B1D4-40F1-9760-387C060B3056}" type="presParOf" srcId="{E1CDF9CE-EAD9-45AF-9C4A-7C9C09A204E6}" destId="{AB7F62EB-2240-4856-BA74-3D5245CD6725}" srcOrd="4" destOrd="0" presId="urn:microsoft.com/office/officeart/2005/8/layout/pyramid2"/>
    <dgm:cxn modelId="{640CD5DD-54E2-4C02-A01D-FDD410BD330C}" type="presParOf" srcId="{E1CDF9CE-EAD9-45AF-9C4A-7C9C09A204E6}" destId="{7CC713E4-40B2-4E51-882D-8E32C11EC082}" srcOrd="5" destOrd="0" presId="urn:microsoft.com/office/officeart/2005/8/layout/pyramid2"/>
    <dgm:cxn modelId="{798DC64E-F63A-4215-BF53-6D81763BA76B}" type="presParOf" srcId="{E1CDF9CE-EAD9-45AF-9C4A-7C9C09A204E6}" destId="{8FA5F89D-436A-4380-A402-EA2CCAB4AD21}" srcOrd="6" destOrd="0" presId="urn:microsoft.com/office/officeart/2005/8/layout/pyramid2"/>
    <dgm:cxn modelId="{4C767F43-BD9C-410A-A738-3CA2869DCB16}" type="presParOf" srcId="{E1CDF9CE-EAD9-45AF-9C4A-7C9C09A204E6}" destId="{A44B8257-9AD7-4E17-A4DD-F0844718D8B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21E459-ADB4-4B40-AA61-EFAC9418C5C5}" type="doc">
      <dgm:prSet loTypeId="urn:microsoft.com/office/officeart/2008/layout/VerticalAccentList" loCatId="list" qsTypeId="urn:microsoft.com/office/officeart/2009/2/quickstyle/3d8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BFE015A-4F36-4B77-AC6C-5F8EAA62F40E}">
      <dgm:prSet phldrT="[Text]" phldr="1"/>
      <dgm:spPr/>
      <dgm:t>
        <a:bodyPr/>
        <a:lstStyle/>
        <a:p>
          <a:endParaRPr lang="en-US"/>
        </a:p>
      </dgm:t>
    </dgm:pt>
    <dgm:pt modelId="{D2498841-EC63-472A-A3AA-BFFC8FDAA5A8}" type="parTrans" cxnId="{6D0DF0FC-3C81-4E14-BB8C-7336F55929C9}">
      <dgm:prSet/>
      <dgm:spPr/>
      <dgm:t>
        <a:bodyPr/>
        <a:lstStyle/>
        <a:p>
          <a:endParaRPr lang="en-US"/>
        </a:p>
      </dgm:t>
    </dgm:pt>
    <dgm:pt modelId="{0036A8F4-50E4-40A0-9B2B-327247CAC204}" type="sibTrans" cxnId="{6D0DF0FC-3C81-4E14-BB8C-7336F55929C9}">
      <dgm:prSet/>
      <dgm:spPr/>
      <dgm:t>
        <a:bodyPr/>
        <a:lstStyle/>
        <a:p>
          <a:endParaRPr lang="en-US"/>
        </a:p>
      </dgm:t>
    </dgm:pt>
    <dgm:pt modelId="{31678AC6-989F-48EA-B180-C08BC8DA46C3}">
      <dgm:prSet phldrT="[Text]"/>
      <dgm:spPr/>
      <dgm:t>
        <a:bodyPr/>
        <a:lstStyle/>
        <a:p>
          <a:r>
            <a:rPr lang="en-US" dirty="0"/>
            <a:t>Importance of Detection</a:t>
          </a:r>
        </a:p>
      </dgm:t>
    </dgm:pt>
    <dgm:pt modelId="{3F869880-6ED0-4862-9DF9-6F613D8FE25E}" type="parTrans" cxnId="{69645BA3-9919-4D57-8CC2-49AF739397C1}">
      <dgm:prSet/>
      <dgm:spPr/>
      <dgm:t>
        <a:bodyPr/>
        <a:lstStyle/>
        <a:p>
          <a:endParaRPr lang="en-US"/>
        </a:p>
      </dgm:t>
    </dgm:pt>
    <dgm:pt modelId="{5BB04F99-51ED-4256-BE4B-AB2BA30743E9}" type="sibTrans" cxnId="{69645BA3-9919-4D57-8CC2-49AF739397C1}">
      <dgm:prSet/>
      <dgm:spPr/>
      <dgm:t>
        <a:bodyPr/>
        <a:lstStyle/>
        <a:p>
          <a:endParaRPr lang="en-US"/>
        </a:p>
      </dgm:t>
    </dgm:pt>
    <dgm:pt modelId="{F1F94B6C-A7CE-463A-9E81-DC82F0FF5A09}">
      <dgm:prSet phldrT="[Text]" phldr="1"/>
      <dgm:spPr/>
      <dgm:t>
        <a:bodyPr/>
        <a:lstStyle/>
        <a:p>
          <a:endParaRPr lang="en-US" dirty="0"/>
        </a:p>
      </dgm:t>
    </dgm:pt>
    <dgm:pt modelId="{201AD73D-C068-48CA-9532-B44E54F1D8A3}" type="parTrans" cxnId="{82C874FF-0332-45C4-9F52-ED3F1E7077C9}">
      <dgm:prSet/>
      <dgm:spPr/>
      <dgm:t>
        <a:bodyPr/>
        <a:lstStyle/>
        <a:p>
          <a:endParaRPr lang="en-US"/>
        </a:p>
      </dgm:t>
    </dgm:pt>
    <dgm:pt modelId="{36A4ECF5-7764-4B66-8397-1ADC186DA8B6}" type="sibTrans" cxnId="{82C874FF-0332-45C4-9F52-ED3F1E7077C9}">
      <dgm:prSet/>
      <dgm:spPr/>
      <dgm:t>
        <a:bodyPr/>
        <a:lstStyle/>
        <a:p>
          <a:endParaRPr lang="en-US"/>
        </a:p>
      </dgm:t>
    </dgm:pt>
    <dgm:pt modelId="{41354CE8-3389-4672-A9CE-CBEA23FD85CB}">
      <dgm:prSet phldrT="[Text]"/>
      <dgm:spPr/>
      <dgm:t>
        <a:bodyPr/>
        <a:lstStyle/>
        <a:p>
          <a:r>
            <a:rPr lang="en-US" dirty="0"/>
            <a:t>Analyzing Text and Links</a:t>
          </a:r>
        </a:p>
      </dgm:t>
    </dgm:pt>
    <dgm:pt modelId="{862E78D3-FE28-4F2E-AA79-DE4D0671C363}" type="parTrans" cxnId="{683DA4A5-9500-42A8-9D8E-B3AE308B8AA3}">
      <dgm:prSet/>
      <dgm:spPr/>
      <dgm:t>
        <a:bodyPr/>
        <a:lstStyle/>
        <a:p>
          <a:endParaRPr lang="en-US"/>
        </a:p>
      </dgm:t>
    </dgm:pt>
    <dgm:pt modelId="{F25F2F73-1F7B-4019-A56B-ADA393A1FEED}" type="sibTrans" cxnId="{683DA4A5-9500-42A8-9D8E-B3AE308B8AA3}">
      <dgm:prSet/>
      <dgm:spPr/>
      <dgm:t>
        <a:bodyPr/>
        <a:lstStyle/>
        <a:p>
          <a:endParaRPr lang="en-US"/>
        </a:p>
      </dgm:t>
    </dgm:pt>
    <dgm:pt modelId="{9AA68BAB-54F4-4979-8BF6-A712DD6F3317}">
      <dgm:prSet phldrT="[Text]" phldr="1"/>
      <dgm:spPr/>
      <dgm:t>
        <a:bodyPr/>
        <a:lstStyle/>
        <a:p>
          <a:endParaRPr lang="en-US"/>
        </a:p>
      </dgm:t>
    </dgm:pt>
    <dgm:pt modelId="{175B6EBF-1068-4851-9E43-A2C7665AD075}" type="parTrans" cxnId="{28A8C18D-D37D-44D6-A68A-AE88FF91BC8E}">
      <dgm:prSet/>
      <dgm:spPr/>
      <dgm:t>
        <a:bodyPr/>
        <a:lstStyle/>
        <a:p>
          <a:endParaRPr lang="en-US"/>
        </a:p>
      </dgm:t>
    </dgm:pt>
    <dgm:pt modelId="{5C567467-FF43-4D49-BEE3-AD7B7B26614C}" type="sibTrans" cxnId="{28A8C18D-D37D-44D6-A68A-AE88FF91BC8E}">
      <dgm:prSet/>
      <dgm:spPr/>
      <dgm:t>
        <a:bodyPr/>
        <a:lstStyle/>
        <a:p>
          <a:endParaRPr lang="en-US"/>
        </a:p>
      </dgm:t>
    </dgm:pt>
    <dgm:pt modelId="{2524CC6A-06E6-425A-948E-D1FB8499E76D}">
      <dgm:prSet phldrT="[Text]"/>
      <dgm:spPr/>
      <dgm:t>
        <a:bodyPr/>
        <a:lstStyle/>
        <a:p>
          <a:r>
            <a:rPr lang="en-US" dirty="0"/>
            <a:t>Image Analysis</a:t>
          </a:r>
        </a:p>
      </dgm:t>
    </dgm:pt>
    <dgm:pt modelId="{248020D2-542E-494D-A623-FCDD69C709CB}" type="parTrans" cxnId="{78846340-FDF2-46EA-A91B-FE8B56E94711}">
      <dgm:prSet/>
      <dgm:spPr/>
      <dgm:t>
        <a:bodyPr/>
        <a:lstStyle/>
        <a:p>
          <a:endParaRPr lang="en-US"/>
        </a:p>
      </dgm:t>
    </dgm:pt>
    <dgm:pt modelId="{1E69A2FC-E928-4662-B7B2-35E4892AEABA}" type="sibTrans" cxnId="{78846340-FDF2-46EA-A91B-FE8B56E94711}">
      <dgm:prSet/>
      <dgm:spPr/>
      <dgm:t>
        <a:bodyPr/>
        <a:lstStyle/>
        <a:p>
          <a:endParaRPr lang="en-US"/>
        </a:p>
      </dgm:t>
    </dgm:pt>
    <dgm:pt modelId="{FBE50391-8794-4665-BFD3-D27CCE5CCD37}" type="pres">
      <dgm:prSet presAssocID="{B021E459-ADB4-4B40-AA61-EFAC9418C5C5}" presName="Name0" presStyleCnt="0">
        <dgm:presLayoutVars>
          <dgm:chMax/>
          <dgm:chPref/>
          <dgm:dir/>
        </dgm:presLayoutVars>
      </dgm:prSet>
      <dgm:spPr/>
    </dgm:pt>
    <dgm:pt modelId="{4E3E23D8-EC4E-4893-8CDF-EFC0A56363FA}" type="pres">
      <dgm:prSet presAssocID="{6BFE015A-4F36-4B77-AC6C-5F8EAA62F40E}" presName="parenttextcomposite" presStyleCnt="0"/>
      <dgm:spPr/>
    </dgm:pt>
    <dgm:pt modelId="{4B69357A-6A8D-468F-8A06-4595BFEF74FC}" type="pres">
      <dgm:prSet presAssocID="{6BFE015A-4F36-4B77-AC6C-5F8EAA62F40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B6168359-2F7A-4BC4-9D35-DBA9D25FC942}" type="pres">
      <dgm:prSet presAssocID="{6BFE015A-4F36-4B77-AC6C-5F8EAA62F40E}" presName="composite" presStyleCnt="0"/>
      <dgm:spPr/>
    </dgm:pt>
    <dgm:pt modelId="{62469640-AF3B-4519-9D20-2464D5B17EA2}" type="pres">
      <dgm:prSet presAssocID="{6BFE015A-4F36-4B77-AC6C-5F8EAA62F40E}" presName="chevron1" presStyleLbl="alignNode1" presStyleIdx="0" presStyleCnt="21"/>
      <dgm:spPr/>
    </dgm:pt>
    <dgm:pt modelId="{5553DA6F-8B19-4F13-96BE-44C956B70F5C}" type="pres">
      <dgm:prSet presAssocID="{6BFE015A-4F36-4B77-AC6C-5F8EAA62F40E}" presName="chevron2" presStyleLbl="alignNode1" presStyleIdx="1" presStyleCnt="21"/>
      <dgm:spPr/>
    </dgm:pt>
    <dgm:pt modelId="{20877AC7-A9FE-4CA6-94B7-387B7707F655}" type="pres">
      <dgm:prSet presAssocID="{6BFE015A-4F36-4B77-AC6C-5F8EAA62F40E}" presName="chevron3" presStyleLbl="alignNode1" presStyleIdx="2" presStyleCnt="21"/>
      <dgm:spPr/>
    </dgm:pt>
    <dgm:pt modelId="{45CE3161-1FCD-4969-9D61-F42190D58EAA}" type="pres">
      <dgm:prSet presAssocID="{6BFE015A-4F36-4B77-AC6C-5F8EAA62F40E}" presName="chevron4" presStyleLbl="alignNode1" presStyleIdx="3" presStyleCnt="21"/>
      <dgm:spPr/>
    </dgm:pt>
    <dgm:pt modelId="{8E72BB06-3A28-49AB-BF52-3DE5488D6588}" type="pres">
      <dgm:prSet presAssocID="{6BFE015A-4F36-4B77-AC6C-5F8EAA62F40E}" presName="chevron5" presStyleLbl="alignNode1" presStyleIdx="4" presStyleCnt="21"/>
      <dgm:spPr/>
    </dgm:pt>
    <dgm:pt modelId="{4966EB8D-EAD1-442C-87C0-BB11913C49C9}" type="pres">
      <dgm:prSet presAssocID="{6BFE015A-4F36-4B77-AC6C-5F8EAA62F40E}" presName="chevron6" presStyleLbl="alignNode1" presStyleIdx="5" presStyleCnt="21"/>
      <dgm:spPr/>
    </dgm:pt>
    <dgm:pt modelId="{C65515A1-9217-4DBE-BD51-6F88717A24BF}" type="pres">
      <dgm:prSet presAssocID="{6BFE015A-4F36-4B77-AC6C-5F8EAA62F40E}" presName="chevron7" presStyleLbl="alignNode1" presStyleIdx="6" presStyleCnt="21"/>
      <dgm:spPr/>
    </dgm:pt>
    <dgm:pt modelId="{03450463-D30E-410D-A396-D2882007070B}" type="pres">
      <dgm:prSet presAssocID="{6BFE015A-4F36-4B77-AC6C-5F8EAA62F40E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47DD7FFF-CFF7-4A80-9760-68CEE701957F}" type="pres">
      <dgm:prSet presAssocID="{0036A8F4-50E4-40A0-9B2B-327247CAC204}" presName="sibTrans" presStyleCnt="0"/>
      <dgm:spPr/>
    </dgm:pt>
    <dgm:pt modelId="{02170F03-BE3D-49FE-8AAF-DB2BFFD83320}" type="pres">
      <dgm:prSet presAssocID="{F1F94B6C-A7CE-463A-9E81-DC82F0FF5A09}" presName="parenttextcomposite" presStyleCnt="0"/>
      <dgm:spPr/>
    </dgm:pt>
    <dgm:pt modelId="{B5867F2F-F0B5-44E0-A56B-FA8386FC7554}" type="pres">
      <dgm:prSet presAssocID="{F1F94B6C-A7CE-463A-9E81-DC82F0FF5A09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A15D1C4-E220-4E49-B139-53067CC4A044}" type="pres">
      <dgm:prSet presAssocID="{F1F94B6C-A7CE-463A-9E81-DC82F0FF5A09}" presName="composite" presStyleCnt="0"/>
      <dgm:spPr/>
    </dgm:pt>
    <dgm:pt modelId="{5236245C-A037-455B-B9B5-2DD29434D0C4}" type="pres">
      <dgm:prSet presAssocID="{F1F94B6C-A7CE-463A-9E81-DC82F0FF5A09}" presName="chevron1" presStyleLbl="alignNode1" presStyleIdx="7" presStyleCnt="21"/>
      <dgm:spPr/>
    </dgm:pt>
    <dgm:pt modelId="{36522F36-AE3A-4986-B1A0-C27176390C9A}" type="pres">
      <dgm:prSet presAssocID="{F1F94B6C-A7CE-463A-9E81-DC82F0FF5A09}" presName="chevron2" presStyleLbl="alignNode1" presStyleIdx="8" presStyleCnt="21"/>
      <dgm:spPr/>
    </dgm:pt>
    <dgm:pt modelId="{7E3865B7-026A-4BD8-A634-BDEDCD1D5709}" type="pres">
      <dgm:prSet presAssocID="{F1F94B6C-A7CE-463A-9E81-DC82F0FF5A09}" presName="chevron3" presStyleLbl="alignNode1" presStyleIdx="9" presStyleCnt="21"/>
      <dgm:spPr/>
    </dgm:pt>
    <dgm:pt modelId="{865A2C55-36D0-4B67-BF7E-7E71EDA4F38D}" type="pres">
      <dgm:prSet presAssocID="{F1F94B6C-A7CE-463A-9E81-DC82F0FF5A09}" presName="chevron4" presStyleLbl="alignNode1" presStyleIdx="10" presStyleCnt="21"/>
      <dgm:spPr/>
    </dgm:pt>
    <dgm:pt modelId="{4D2A6A5C-6378-477A-B83C-32807E5DEB4A}" type="pres">
      <dgm:prSet presAssocID="{F1F94B6C-A7CE-463A-9E81-DC82F0FF5A09}" presName="chevron5" presStyleLbl="alignNode1" presStyleIdx="11" presStyleCnt="21"/>
      <dgm:spPr/>
    </dgm:pt>
    <dgm:pt modelId="{5EB11357-6A6D-4323-AFF4-EBF523DE2B9D}" type="pres">
      <dgm:prSet presAssocID="{F1F94B6C-A7CE-463A-9E81-DC82F0FF5A09}" presName="chevron6" presStyleLbl="alignNode1" presStyleIdx="12" presStyleCnt="21"/>
      <dgm:spPr/>
    </dgm:pt>
    <dgm:pt modelId="{5C2DB6D8-4F7F-4A62-90BD-16A7FCF59F23}" type="pres">
      <dgm:prSet presAssocID="{F1F94B6C-A7CE-463A-9E81-DC82F0FF5A09}" presName="chevron7" presStyleLbl="alignNode1" presStyleIdx="13" presStyleCnt="21"/>
      <dgm:spPr/>
    </dgm:pt>
    <dgm:pt modelId="{C98C32C2-3213-4BC3-A8F9-B7EC5436C867}" type="pres">
      <dgm:prSet presAssocID="{F1F94B6C-A7CE-463A-9E81-DC82F0FF5A09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DFB27CD7-DAB3-4C67-A4D9-5986822E086D}" type="pres">
      <dgm:prSet presAssocID="{36A4ECF5-7764-4B66-8397-1ADC186DA8B6}" presName="sibTrans" presStyleCnt="0"/>
      <dgm:spPr/>
    </dgm:pt>
    <dgm:pt modelId="{DDFF9727-6E77-4A15-9612-EB20E23E9FB2}" type="pres">
      <dgm:prSet presAssocID="{9AA68BAB-54F4-4979-8BF6-A712DD6F3317}" presName="parenttextcomposite" presStyleCnt="0"/>
      <dgm:spPr/>
    </dgm:pt>
    <dgm:pt modelId="{2CA07336-6F2E-4092-A31B-F25074CB11AD}" type="pres">
      <dgm:prSet presAssocID="{9AA68BAB-54F4-4979-8BF6-A712DD6F3317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B803AFFF-42EA-4FE7-B3AD-DB5DBD623B35}" type="pres">
      <dgm:prSet presAssocID="{9AA68BAB-54F4-4979-8BF6-A712DD6F3317}" presName="composite" presStyleCnt="0"/>
      <dgm:spPr/>
    </dgm:pt>
    <dgm:pt modelId="{9F5D433B-B5FF-4B1E-9864-DD401431636E}" type="pres">
      <dgm:prSet presAssocID="{9AA68BAB-54F4-4979-8BF6-A712DD6F3317}" presName="chevron1" presStyleLbl="alignNode1" presStyleIdx="14" presStyleCnt="21"/>
      <dgm:spPr/>
    </dgm:pt>
    <dgm:pt modelId="{E75DD1B9-A516-4BC7-A398-EDBC33A384A5}" type="pres">
      <dgm:prSet presAssocID="{9AA68BAB-54F4-4979-8BF6-A712DD6F3317}" presName="chevron2" presStyleLbl="alignNode1" presStyleIdx="15" presStyleCnt="21"/>
      <dgm:spPr/>
    </dgm:pt>
    <dgm:pt modelId="{B3213C60-9118-4A43-9DC2-2B03FE6DE9FB}" type="pres">
      <dgm:prSet presAssocID="{9AA68BAB-54F4-4979-8BF6-A712DD6F3317}" presName="chevron3" presStyleLbl="alignNode1" presStyleIdx="16" presStyleCnt="21"/>
      <dgm:spPr/>
    </dgm:pt>
    <dgm:pt modelId="{F440DF15-56AD-4591-9FB5-E0BD78196FFF}" type="pres">
      <dgm:prSet presAssocID="{9AA68BAB-54F4-4979-8BF6-A712DD6F3317}" presName="chevron4" presStyleLbl="alignNode1" presStyleIdx="17" presStyleCnt="21"/>
      <dgm:spPr/>
    </dgm:pt>
    <dgm:pt modelId="{ECDB9EE7-A22A-4CF9-AA3D-4A7570D13058}" type="pres">
      <dgm:prSet presAssocID="{9AA68BAB-54F4-4979-8BF6-A712DD6F3317}" presName="chevron5" presStyleLbl="alignNode1" presStyleIdx="18" presStyleCnt="21"/>
      <dgm:spPr/>
    </dgm:pt>
    <dgm:pt modelId="{EE6414E6-BF0B-431C-8643-004773C57D82}" type="pres">
      <dgm:prSet presAssocID="{9AA68BAB-54F4-4979-8BF6-A712DD6F3317}" presName="chevron6" presStyleLbl="alignNode1" presStyleIdx="19" presStyleCnt="21"/>
      <dgm:spPr/>
    </dgm:pt>
    <dgm:pt modelId="{C89774AD-CE6D-4DA1-83EF-4287CFBB7B45}" type="pres">
      <dgm:prSet presAssocID="{9AA68BAB-54F4-4979-8BF6-A712DD6F3317}" presName="chevron7" presStyleLbl="alignNode1" presStyleIdx="20" presStyleCnt="21"/>
      <dgm:spPr/>
    </dgm:pt>
    <dgm:pt modelId="{B061C066-FB5E-485A-BCF5-AEC77A4B30B9}" type="pres">
      <dgm:prSet presAssocID="{9AA68BAB-54F4-4979-8BF6-A712DD6F3317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78846340-FDF2-46EA-A91B-FE8B56E94711}" srcId="{9AA68BAB-54F4-4979-8BF6-A712DD6F3317}" destId="{2524CC6A-06E6-425A-948E-D1FB8499E76D}" srcOrd="0" destOrd="0" parTransId="{248020D2-542E-494D-A623-FCDD69C709CB}" sibTransId="{1E69A2FC-E928-4662-B7B2-35E4892AEABA}"/>
    <dgm:cxn modelId="{0143FF5F-3B10-427C-9500-267CFCDB9E38}" type="presOf" srcId="{F1F94B6C-A7CE-463A-9E81-DC82F0FF5A09}" destId="{B5867F2F-F0B5-44E0-A56B-FA8386FC7554}" srcOrd="0" destOrd="0" presId="urn:microsoft.com/office/officeart/2008/layout/VerticalAccentList"/>
    <dgm:cxn modelId="{97D91C6F-CC93-4B49-846E-98A2A103DF91}" type="presOf" srcId="{B021E459-ADB4-4B40-AA61-EFAC9418C5C5}" destId="{FBE50391-8794-4665-BFD3-D27CCE5CCD37}" srcOrd="0" destOrd="0" presId="urn:microsoft.com/office/officeart/2008/layout/VerticalAccentList"/>
    <dgm:cxn modelId="{2B06AA7F-3604-4DD8-BEC4-8BD4924B70CC}" type="presOf" srcId="{41354CE8-3389-4672-A9CE-CBEA23FD85CB}" destId="{C98C32C2-3213-4BC3-A8F9-B7EC5436C867}" srcOrd="0" destOrd="0" presId="urn:microsoft.com/office/officeart/2008/layout/VerticalAccentList"/>
    <dgm:cxn modelId="{28A8C18D-D37D-44D6-A68A-AE88FF91BC8E}" srcId="{B021E459-ADB4-4B40-AA61-EFAC9418C5C5}" destId="{9AA68BAB-54F4-4979-8BF6-A712DD6F3317}" srcOrd="2" destOrd="0" parTransId="{175B6EBF-1068-4851-9E43-A2C7665AD075}" sibTransId="{5C567467-FF43-4D49-BEE3-AD7B7B26614C}"/>
    <dgm:cxn modelId="{60D47A90-47CC-40C1-8812-811D67CD0598}" type="presOf" srcId="{2524CC6A-06E6-425A-948E-D1FB8499E76D}" destId="{B061C066-FB5E-485A-BCF5-AEC77A4B30B9}" srcOrd="0" destOrd="0" presId="urn:microsoft.com/office/officeart/2008/layout/VerticalAccentList"/>
    <dgm:cxn modelId="{69645BA3-9919-4D57-8CC2-49AF739397C1}" srcId="{6BFE015A-4F36-4B77-AC6C-5F8EAA62F40E}" destId="{31678AC6-989F-48EA-B180-C08BC8DA46C3}" srcOrd="0" destOrd="0" parTransId="{3F869880-6ED0-4862-9DF9-6F613D8FE25E}" sibTransId="{5BB04F99-51ED-4256-BE4B-AB2BA30743E9}"/>
    <dgm:cxn modelId="{683DA4A5-9500-42A8-9D8E-B3AE308B8AA3}" srcId="{F1F94B6C-A7CE-463A-9E81-DC82F0FF5A09}" destId="{41354CE8-3389-4672-A9CE-CBEA23FD85CB}" srcOrd="0" destOrd="0" parTransId="{862E78D3-FE28-4F2E-AA79-DE4D0671C363}" sibTransId="{F25F2F73-1F7B-4019-A56B-ADA393A1FEED}"/>
    <dgm:cxn modelId="{FD90E1CE-E3E6-4432-86A9-F46772929A07}" type="presOf" srcId="{6BFE015A-4F36-4B77-AC6C-5F8EAA62F40E}" destId="{4B69357A-6A8D-468F-8A06-4595BFEF74FC}" srcOrd="0" destOrd="0" presId="urn:microsoft.com/office/officeart/2008/layout/VerticalAccentList"/>
    <dgm:cxn modelId="{70AF1EF8-B01D-44FB-BCF5-A265E7317D39}" type="presOf" srcId="{31678AC6-989F-48EA-B180-C08BC8DA46C3}" destId="{03450463-D30E-410D-A396-D2882007070B}" srcOrd="0" destOrd="0" presId="urn:microsoft.com/office/officeart/2008/layout/VerticalAccentList"/>
    <dgm:cxn modelId="{70AACEF9-2271-4810-8397-EB3604F13FC5}" type="presOf" srcId="{9AA68BAB-54F4-4979-8BF6-A712DD6F3317}" destId="{2CA07336-6F2E-4092-A31B-F25074CB11AD}" srcOrd="0" destOrd="0" presId="urn:microsoft.com/office/officeart/2008/layout/VerticalAccentList"/>
    <dgm:cxn modelId="{6D0DF0FC-3C81-4E14-BB8C-7336F55929C9}" srcId="{B021E459-ADB4-4B40-AA61-EFAC9418C5C5}" destId="{6BFE015A-4F36-4B77-AC6C-5F8EAA62F40E}" srcOrd="0" destOrd="0" parTransId="{D2498841-EC63-472A-A3AA-BFFC8FDAA5A8}" sibTransId="{0036A8F4-50E4-40A0-9B2B-327247CAC204}"/>
    <dgm:cxn modelId="{82C874FF-0332-45C4-9F52-ED3F1E7077C9}" srcId="{B021E459-ADB4-4B40-AA61-EFAC9418C5C5}" destId="{F1F94B6C-A7CE-463A-9E81-DC82F0FF5A09}" srcOrd="1" destOrd="0" parTransId="{201AD73D-C068-48CA-9532-B44E54F1D8A3}" sibTransId="{36A4ECF5-7764-4B66-8397-1ADC186DA8B6}"/>
    <dgm:cxn modelId="{BC42CCBD-029C-43C5-9C03-8FFC5B23D0E9}" type="presParOf" srcId="{FBE50391-8794-4665-BFD3-D27CCE5CCD37}" destId="{4E3E23D8-EC4E-4893-8CDF-EFC0A56363FA}" srcOrd="0" destOrd="0" presId="urn:microsoft.com/office/officeart/2008/layout/VerticalAccentList"/>
    <dgm:cxn modelId="{7C8B8968-ED02-4319-ACC9-7891D815DE95}" type="presParOf" srcId="{4E3E23D8-EC4E-4893-8CDF-EFC0A56363FA}" destId="{4B69357A-6A8D-468F-8A06-4595BFEF74FC}" srcOrd="0" destOrd="0" presId="urn:microsoft.com/office/officeart/2008/layout/VerticalAccentList"/>
    <dgm:cxn modelId="{1A7AF080-FE44-4568-ADE9-B1886CB06723}" type="presParOf" srcId="{FBE50391-8794-4665-BFD3-D27CCE5CCD37}" destId="{B6168359-2F7A-4BC4-9D35-DBA9D25FC942}" srcOrd="1" destOrd="0" presId="urn:microsoft.com/office/officeart/2008/layout/VerticalAccentList"/>
    <dgm:cxn modelId="{8BC84BBD-42EF-4D05-A825-BC4019E9F515}" type="presParOf" srcId="{B6168359-2F7A-4BC4-9D35-DBA9D25FC942}" destId="{62469640-AF3B-4519-9D20-2464D5B17EA2}" srcOrd="0" destOrd="0" presId="urn:microsoft.com/office/officeart/2008/layout/VerticalAccentList"/>
    <dgm:cxn modelId="{6030B0D6-2943-4478-ADBD-98E00D80DB15}" type="presParOf" srcId="{B6168359-2F7A-4BC4-9D35-DBA9D25FC942}" destId="{5553DA6F-8B19-4F13-96BE-44C956B70F5C}" srcOrd="1" destOrd="0" presId="urn:microsoft.com/office/officeart/2008/layout/VerticalAccentList"/>
    <dgm:cxn modelId="{5A427458-7B27-41BB-B9A1-24E412233519}" type="presParOf" srcId="{B6168359-2F7A-4BC4-9D35-DBA9D25FC942}" destId="{20877AC7-A9FE-4CA6-94B7-387B7707F655}" srcOrd="2" destOrd="0" presId="urn:microsoft.com/office/officeart/2008/layout/VerticalAccentList"/>
    <dgm:cxn modelId="{CAC453D5-B3CF-4E0F-9717-C223CF6FE23B}" type="presParOf" srcId="{B6168359-2F7A-4BC4-9D35-DBA9D25FC942}" destId="{45CE3161-1FCD-4969-9D61-F42190D58EAA}" srcOrd="3" destOrd="0" presId="urn:microsoft.com/office/officeart/2008/layout/VerticalAccentList"/>
    <dgm:cxn modelId="{E41B0706-EC1E-4001-BD78-44EE5A118756}" type="presParOf" srcId="{B6168359-2F7A-4BC4-9D35-DBA9D25FC942}" destId="{8E72BB06-3A28-49AB-BF52-3DE5488D6588}" srcOrd="4" destOrd="0" presId="urn:microsoft.com/office/officeart/2008/layout/VerticalAccentList"/>
    <dgm:cxn modelId="{BBF7252B-01D2-46C6-894F-905557A577E1}" type="presParOf" srcId="{B6168359-2F7A-4BC4-9D35-DBA9D25FC942}" destId="{4966EB8D-EAD1-442C-87C0-BB11913C49C9}" srcOrd="5" destOrd="0" presId="urn:microsoft.com/office/officeart/2008/layout/VerticalAccentList"/>
    <dgm:cxn modelId="{C1C357DC-160E-4E82-A512-D2182D766417}" type="presParOf" srcId="{B6168359-2F7A-4BC4-9D35-DBA9D25FC942}" destId="{C65515A1-9217-4DBE-BD51-6F88717A24BF}" srcOrd="6" destOrd="0" presId="urn:microsoft.com/office/officeart/2008/layout/VerticalAccentList"/>
    <dgm:cxn modelId="{B4B23AC3-AF04-423F-849F-F1DC5DB4D481}" type="presParOf" srcId="{B6168359-2F7A-4BC4-9D35-DBA9D25FC942}" destId="{03450463-D30E-410D-A396-D2882007070B}" srcOrd="7" destOrd="0" presId="urn:microsoft.com/office/officeart/2008/layout/VerticalAccentList"/>
    <dgm:cxn modelId="{3F0BEE87-BE05-4DE8-931D-507C9328BBC6}" type="presParOf" srcId="{FBE50391-8794-4665-BFD3-D27CCE5CCD37}" destId="{47DD7FFF-CFF7-4A80-9760-68CEE701957F}" srcOrd="2" destOrd="0" presId="urn:microsoft.com/office/officeart/2008/layout/VerticalAccentList"/>
    <dgm:cxn modelId="{807AFF62-3DCB-4963-8480-BA5D417540CB}" type="presParOf" srcId="{FBE50391-8794-4665-BFD3-D27CCE5CCD37}" destId="{02170F03-BE3D-49FE-8AAF-DB2BFFD83320}" srcOrd="3" destOrd="0" presId="urn:microsoft.com/office/officeart/2008/layout/VerticalAccentList"/>
    <dgm:cxn modelId="{82E3C217-B1A1-44CE-89AE-77CB4044F53C}" type="presParOf" srcId="{02170F03-BE3D-49FE-8AAF-DB2BFFD83320}" destId="{B5867F2F-F0B5-44E0-A56B-FA8386FC7554}" srcOrd="0" destOrd="0" presId="urn:microsoft.com/office/officeart/2008/layout/VerticalAccentList"/>
    <dgm:cxn modelId="{80770930-5F2C-49D9-94EB-3422EB329CD5}" type="presParOf" srcId="{FBE50391-8794-4665-BFD3-D27CCE5CCD37}" destId="{FA15D1C4-E220-4E49-B139-53067CC4A044}" srcOrd="4" destOrd="0" presId="urn:microsoft.com/office/officeart/2008/layout/VerticalAccentList"/>
    <dgm:cxn modelId="{54274F09-512D-4894-9115-97C84B2B6272}" type="presParOf" srcId="{FA15D1C4-E220-4E49-B139-53067CC4A044}" destId="{5236245C-A037-455B-B9B5-2DD29434D0C4}" srcOrd="0" destOrd="0" presId="urn:microsoft.com/office/officeart/2008/layout/VerticalAccentList"/>
    <dgm:cxn modelId="{68ACDE29-3F83-4102-AD62-DDACE3076C6F}" type="presParOf" srcId="{FA15D1C4-E220-4E49-B139-53067CC4A044}" destId="{36522F36-AE3A-4986-B1A0-C27176390C9A}" srcOrd="1" destOrd="0" presId="urn:microsoft.com/office/officeart/2008/layout/VerticalAccentList"/>
    <dgm:cxn modelId="{AABBB019-9CA6-4770-8ACF-3C178115AA41}" type="presParOf" srcId="{FA15D1C4-E220-4E49-B139-53067CC4A044}" destId="{7E3865B7-026A-4BD8-A634-BDEDCD1D5709}" srcOrd="2" destOrd="0" presId="urn:microsoft.com/office/officeart/2008/layout/VerticalAccentList"/>
    <dgm:cxn modelId="{F9664316-5E5C-4796-A0D0-FFB0D0066A00}" type="presParOf" srcId="{FA15D1C4-E220-4E49-B139-53067CC4A044}" destId="{865A2C55-36D0-4B67-BF7E-7E71EDA4F38D}" srcOrd="3" destOrd="0" presId="urn:microsoft.com/office/officeart/2008/layout/VerticalAccentList"/>
    <dgm:cxn modelId="{C22547EA-384E-4C35-A23D-B247FEB4252A}" type="presParOf" srcId="{FA15D1C4-E220-4E49-B139-53067CC4A044}" destId="{4D2A6A5C-6378-477A-B83C-32807E5DEB4A}" srcOrd="4" destOrd="0" presId="urn:microsoft.com/office/officeart/2008/layout/VerticalAccentList"/>
    <dgm:cxn modelId="{4CEEDBA9-221B-479A-A24C-8C2F7AA3530D}" type="presParOf" srcId="{FA15D1C4-E220-4E49-B139-53067CC4A044}" destId="{5EB11357-6A6D-4323-AFF4-EBF523DE2B9D}" srcOrd="5" destOrd="0" presId="urn:microsoft.com/office/officeart/2008/layout/VerticalAccentList"/>
    <dgm:cxn modelId="{69AF60D1-CF30-4A1C-90F9-362C4E504AA3}" type="presParOf" srcId="{FA15D1C4-E220-4E49-B139-53067CC4A044}" destId="{5C2DB6D8-4F7F-4A62-90BD-16A7FCF59F23}" srcOrd="6" destOrd="0" presId="urn:microsoft.com/office/officeart/2008/layout/VerticalAccentList"/>
    <dgm:cxn modelId="{4371E5CE-A280-4514-A5ED-8D5EE332B858}" type="presParOf" srcId="{FA15D1C4-E220-4E49-B139-53067CC4A044}" destId="{C98C32C2-3213-4BC3-A8F9-B7EC5436C867}" srcOrd="7" destOrd="0" presId="urn:microsoft.com/office/officeart/2008/layout/VerticalAccentList"/>
    <dgm:cxn modelId="{D6D14696-8B12-4105-AC35-EEA1F75A6187}" type="presParOf" srcId="{FBE50391-8794-4665-BFD3-D27CCE5CCD37}" destId="{DFB27CD7-DAB3-4C67-A4D9-5986822E086D}" srcOrd="5" destOrd="0" presId="urn:microsoft.com/office/officeart/2008/layout/VerticalAccentList"/>
    <dgm:cxn modelId="{D2F636A1-4A8D-400B-ACD9-4FE3DB0ADDE9}" type="presParOf" srcId="{FBE50391-8794-4665-BFD3-D27CCE5CCD37}" destId="{DDFF9727-6E77-4A15-9612-EB20E23E9FB2}" srcOrd="6" destOrd="0" presId="urn:microsoft.com/office/officeart/2008/layout/VerticalAccentList"/>
    <dgm:cxn modelId="{D6DD56F0-55CC-42E3-BE7F-3304F35C7C06}" type="presParOf" srcId="{DDFF9727-6E77-4A15-9612-EB20E23E9FB2}" destId="{2CA07336-6F2E-4092-A31B-F25074CB11AD}" srcOrd="0" destOrd="0" presId="urn:microsoft.com/office/officeart/2008/layout/VerticalAccentList"/>
    <dgm:cxn modelId="{5D2D90DC-9599-4514-A848-E000F4F6C46B}" type="presParOf" srcId="{FBE50391-8794-4665-BFD3-D27CCE5CCD37}" destId="{B803AFFF-42EA-4FE7-B3AD-DB5DBD623B35}" srcOrd="7" destOrd="0" presId="urn:microsoft.com/office/officeart/2008/layout/VerticalAccentList"/>
    <dgm:cxn modelId="{97A841DA-B9B4-4C07-870C-E4981F03FE19}" type="presParOf" srcId="{B803AFFF-42EA-4FE7-B3AD-DB5DBD623B35}" destId="{9F5D433B-B5FF-4B1E-9864-DD401431636E}" srcOrd="0" destOrd="0" presId="urn:microsoft.com/office/officeart/2008/layout/VerticalAccentList"/>
    <dgm:cxn modelId="{3DAB86FE-80B6-4440-8BF2-F46B47D55703}" type="presParOf" srcId="{B803AFFF-42EA-4FE7-B3AD-DB5DBD623B35}" destId="{E75DD1B9-A516-4BC7-A398-EDBC33A384A5}" srcOrd="1" destOrd="0" presId="urn:microsoft.com/office/officeart/2008/layout/VerticalAccentList"/>
    <dgm:cxn modelId="{E831D895-AAAE-4E51-B93C-CBD9C367892A}" type="presParOf" srcId="{B803AFFF-42EA-4FE7-B3AD-DB5DBD623B35}" destId="{B3213C60-9118-4A43-9DC2-2B03FE6DE9FB}" srcOrd="2" destOrd="0" presId="urn:microsoft.com/office/officeart/2008/layout/VerticalAccentList"/>
    <dgm:cxn modelId="{79451D75-6455-4AEF-B151-160D09078B76}" type="presParOf" srcId="{B803AFFF-42EA-4FE7-B3AD-DB5DBD623B35}" destId="{F440DF15-56AD-4591-9FB5-E0BD78196FFF}" srcOrd="3" destOrd="0" presId="urn:microsoft.com/office/officeart/2008/layout/VerticalAccentList"/>
    <dgm:cxn modelId="{3E1D4F01-F45B-4589-A4CA-2241B22852A1}" type="presParOf" srcId="{B803AFFF-42EA-4FE7-B3AD-DB5DBD623B35}" destId="{ECDB9EE7-A22A-4CF9-AA3D-4A7570D13058}" srcOrd="4" destOrd="0" presId="urn:microsoft.com/office/officeart/2008/layout/VerticalAccentList"/>
    <dgm:cxn modelId="{2EB2D781-AC0C-411E-807D-3812B90E7D09}" type="presParOf" srcId="{B803AFFF-42EA-4FE7-B3AD-DB5DBD623B35}" destId="{EE6414E6-BF0B-431C-8643-004773C57D82}" srcOrd="5" destOrd="0" presId="urn:microsoft.com/office/officeart/2008/layout/VerticalAccentList"/>
    <dgm:cxn modelId="{6F68B3C4-8DE7-40C7-8247-2B1A3BBF8954}" type="presParOf" srcId="{B803AFFF-42EA-4FE7-B3AD-DB5DBD623B35}" destId="{C89774AD-CE6D-4DA1-83EF-4287CFBB7B45}" srcOrd="6" destOrd="0" presId="urn:microsoft.com/office/officeart/2008/layout/VerticalAccentList"/>
    <dgm:cxn modelId="{4A7021A7-4293-4748-B47C-F26441F5A403}" type="presParOf" srcId="{B803AFFF-42EA-4FE7-B3AD-DB5DBD623B35}" destId="{B061C066-FB5E-485A-BCF5-AEC77A4B30B9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4CCB689-0738-4416-B564-F17AAD2F875F}" type="doc">
      <dgm:prSet loTypeId="urn:microsoft.com/office/officeart/2008/layout/VerticalCurvedList" loCatId="list" qsTypeId="urn:microsoft.com/office/officeart/2009/2/quickstyle/3d8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A39EDC-DE6F-497A-A4BD-DD62962495E1}">
      <dgm:prSet/>
      <dgm:spPr/>
      <dgm:t>
        <a:bodyPr/>
        <a:lstStyle/>
        <a:p>
          <a:r>
            <a:rPr lang="en-US"/>
            <a:t>Importance of Alerts</a:t>
          </a:r>
        </a:p>
      </dgm:t>
    </dgm:pt>
    <dgm:pt modelId="{CE2BD5D5-15B8-48DF-A4BC-F977EDCFDFC4}" type="parTrans" cxnId="{3998E61F-7CC2-4B84-BB20-A16BFAC532C1}">
      <dgm:prSet/>
      <dgm:spPr/>
      <dgm:t>
        <a:bodyPr/>
        <a:lstStyle/>
        <a:p>
          <a:endParaRPr lang="en-US"/>
        </a:p>
      </dgm:t>
    </dgm:pt>
    <dgm:pt modelId="{E1B1A632-43C5-42BB-89F9-D74E8859F129}" type="sibTrans" cxnId="{3998E61F-7CC2-4B84-BB20-A16BFAC532C1}">
      <dgm:prSet/>
      <dgm:spPr/>
      <dgm:t>
        <a:bodyPr/>
        <a:lstStyle/>
        <a:p>
          <a:endParaRPr lang="en-US"/>
        </a:p>
      </dgm:t>
    </dgm:pt>
    <dgm:pt modelId="{0AC4BE50-8B66-42C8-A22E-41475C984376}">
      <dgm:prSet/>
      <dgm:spPr/>
      <dgm:t>
        <a:bodyPr/>
        <a:lstStyle/>
        <a:p>
          <a:r>
            <a:rPr lang="en-US"/>
            <a:t>Timely Warnings</a:t>
          </a:r>
        </a:p>
      </dgm:t>
    </dgm:pt>
    <dgm:pt modelId="{61234C76-0DB1-4102-A576-A63E7EEF0B21}" type="parTrans" cxnId="{E782787A-048B-438B-81D5-1711CB0D3BC3}">
      <dgm:prSet/>
      <dgm:spPr/>
      <dgm:t>
        <a:bodyPr/>
        <a:lstStyle/>
        <a:p>
          <a:endParaRPr lang="en-US"/>
        </a:p>
      </dgm:t>
    </dgm:pt>
    <dgm:pt modelId="{19C79C67-45F1-404C-82A3-9AFAEF0F059F}" type="sibTrans" cxnId="{E782787A-048B-438B-81D5-1711CB0D3BC3}">
      <dgm:prSet/>
      <dgm:spPr/>
      <dgm:t>
        <a:bodyPr/>
        <a:lstStyle/>
        <a:p>
          <a:endParaRPr lang="en-US"/>
        </a:p>
      </dgm:t>
    </dgm:pt>
    <dgm:pt modelId="{D796A4C3-C1BC-4F49-B501-386BDC5AE838}">
      <dgm:prSet/>
      <dgm:spPr/>
      <dgm:t>
        <a:bodyPr/>
        <a:lstStyle/>
        <a:p>
          <a:r>
            <a:rPr lang="en-US"/>
            <a:t>User Recommendations</a:t>
          </a:r>
        </a:p>
      </dgm:t>
    </dgm:pt>
    <dgm:pt modelId="{48F29BC5-1F07-4376-A8BC-7ECFB8BC806B}" type="parTrans" cxnId="{FDF7F952-5FBB-4AF8-93A4-C7AB2EE3F0C7}">
      <dgm:prSet/>
      <dgm:spPr/>
      <dgm:t>
        <a:bodyPr/>
        <a:lstStyle/>
        <a:p>
          <a:endParaRPr lang="en-US"/>
        </a:p>
      </dgm:t>
    </dgm:pt>
    <dgm:pt modelId="{0E5DB95A-86C5-4CD5-926E-77858AB58DF0}" type="sibTrans" cxnId="{FDF7F952-5FBB-4AF8-93A4-C7AB2EE3F0C7}">
      <dgm:prSet/>
      <dgm:spPr/>
      <dgm:t>
        <a:bodyPr/>
        <a:lstStyle/>
        <a:p>
          <a:endParaRPr lang="en-US"/>
        </a:p>
      </dgm:t>
    </dgm:pt>
    <dgm:pt modelId="{A45F268C-3BA8-470B-A152-DB186F612020}" type="pres">
      <dgm:prSet presAssocID="{E4CCB689-0738-4416-B564-F17AAD2F875F}" presName="Name0" presStyleCnt="0">
        <dgm:presLayoutVars>
          <dgm:chMax val="7"/>
          <dgm:chPref val="7"/>
          <dgm:dir/>
        </dgm:presLayoutVars>
      </dgm:prSet>
      <dgm:spPr/>
    </dgm:pt>
    <dgm:pt modelId="{C2D26B3C-F6B4-4419-B708-8A2430853AC4}" type="pres">
      <dgm:prSet presAssocID="{E4CCB689-0738-4416-B564-F17AAD2F875F}" presName="Name1" presStyleCnt="0"/>
      <dgm:spPr/>
    </dgm:pt>
    <dgm:pt modelId="{D444D9F4-3F17-4170-88A7-CD6D8D6C0001}" type="pres">
      <dgm:prSet presAssocID="{E4CCB689-0738-4416-B564-F17AAD2F875F}" presName="cycle" presStyleCnt="0"/>
      <dgm:spPr/>
    </dgm:pt>
    <dgm:pt modelId="{2DD557A0-058B-4F51-A980-B7DC9C3EDFFD}" type="pres">
      <dgm:prSet presAssocID="{E4CCB689-0738-4416-B564-F17AAD2F875F}" presName="srcNode" presStyleLbl="node1" presStyleIdx="0" presStyleCnt="3"/>
      <dgm:spPr/>
    </dgm:pt>
    <dgm:pt modelId="{36FB877A-70F4-4DE1-B7DA-08087859398A}" type="pres">
      <dgm:prSet presAssocID="{E4CCB689-0738-4416-B564-F17AAD2F875F}" presName="conn" presStyleLbl="parChTrans1D2" presStyleIdx="0" presStyleCnt="1"/>
      <dgm:spPr/>
    </dgm:pt>
    <dgm:pt modelId="{07EE1AC1-86FF-49DC-B4DA-1E9DBC9DFE5A}" type="pres">
      <dgm:prSet presAssocID="{E4CCB689-0738-4416-B564-F17AAD2F875F}" presName="extraNode" presStyleLbl="node1" presStyleIdx="0" presStyleCnt="3"/>
      <dgm:spPr/>
    </dgm:pt>
    <dgm:pt modelId="{B4EB3192-AEF2-4C67-8005-3535E8161655}" type="pres">
      <dgm:prSet presAssocID="{E4CCB689-0738-4416-B564-F17AAD2F875F}" presName="dstNode" presStyleLbl="node1" presStyleIdx="0" presStyleCnt="3"/>
      <dgm:spPr/>
    </dgm:pt>
    <dgm:pt modelId="{D4884538-5FF6-43C7-A062-E0DDBA1F49C3}" type="pres">
      <dgm:prSet presAssocID="{8AA39EDC-DE6F-497A-A4BD-DD62962495E1}" presName="text_1" presStyleLbl="node1" presStyleIdx="0" presStyleCnt="3">
        <dgm:presLayoutVars>
          <dgm:bulletEnabled val="1"/>
        </dgm:presLayoutVars>
      </dgm:prSet>
      <dgm:spPr/>
    </dgm:pt>
    <dgm:pt modelId="{9A069815-025D-4242-BAE6-D1625F8BDAB7}" type="pres">
      <dgm:prSet presAssocID="{8AA39EDC-DE6F-497A-A4BD-DD62962495E1}" presName="accent_1" presStyleCnt="0"/>
      <dgm:spPr/>
    </dgm:pt>
    <dgm:pt modelId="{902FE215-D004-4869-8BA0-6E5EBEEC747B}" type="pres">
      <dgm:prSet presAssocID="{8AA39EDC-DE6F-497A-A4BD-DD62962495E1}" presName="accentRepeatNode" presStyleLbl="solidFgAcc1" presStyleIdx="0" presStyleCnt="3"/>
      <dgm:spPr/>
    </dgm:pt>
    <dgm:pt modelId="{EBCF47D6-93F0-4A11-8402-B2BBF0F8152B}" type="pres">
      <dgm:prSet presAssocID="{0AC4BE50-8B66-42C8-A22E-41475C984376}" presName="text_2" presStyleLbl="node1" presStyleIdx="1" presStyleCnt="3">
        <dgm:presLayoutVars>
          <dgm:bulletEnabled val="1"/>
        </dgm:presLayoutVars>
      </dgm:prSet>
      <dgm:spPr/>
    </dgm:pt>
    <dgm:pt modelId="{DCC51101-ED4B-4BBD-B08E-2D433A0EECD9}" type="pres">
      <dgm:prSet presAssocID="{0AC4BE50-8B66-42C8-A22E-41475C984376}" presName="accent_2" presStyleCnt="0"/>
      <dgm:spPr/>
    </dgm:pt>
    <dgm:pt modelId="{F6E7C704-FC5C-4B23-B0F9-80D5A05BFF27}" type="pres">
      <dgm:prSet presAssocID="{0AC4BE50-8B66-42C8-A22E-41475C984376}" presName="accentRepeatNode" presStyleLbl="solidFgAcc1" presStyleIdx="1" presStyleCnt="3"/>
      <dgm:spPr/>
    </dgm:pt>
    <dgm:pt modelId="{B6114473-357E-448D-860D-69507359EA54}" type="pres">
      <dgm:prSet presAssocID="{D796A4C3-C1BC-4F49-B501-386BDC5AE838}" presName="text_3" presStyleLbl="node1" presStyleIdx="2" presStyleCnt="3">
        <dgm:presLayoutVars>
          <dgm:bulletEnabled val="1"/>
        </dgm:presLayoutVars>
      </dgm:prSet>
      <dgm:spPr/>
    </dgm:pt>
    <dgm:pt modelId="{E9B67047-F10B-4C99-93CA-D048C62BFE21}" type="pres">
      <dgm:prSet presAssocID="{D796A4C3-C1BC-4F49-B501-386BDC5AE838}" presName="accent_3" presStyleCnt="0"/>
      <dgm:spPr/>
    </dgm:pt>
    <dgm:pt modelId="{C81E0165-8459-41DB-ACF0-D5ED572852AA}" type="pres">
      <dgm:prSet presAssocID="{D796A4C3-C1BC-4F49-B501-386BDC5AE838}" presName="accentRepeatNode" presStyleLbl="solidFgAcc1" presStyleIdx="2" presStyleCnt="3"/>
      <dgm:spPr/>
    </dgm:pt>
  </dgm:ptLst>
  <dgm:cxnLst>
    <dgm:cxn modelId="{3998E61F-7CC2-4B84-BB20-A16BFAC532C1}" srcId="{E4CCB689-0738-4416-B564-F17AAD2F875F}" destId="{8AA39EDC-DE6F-497A-A4BD-DD62962495E1}" srcOrd="0" destOrd="0" parTransId="{CE2BD5D5-15B8-48DF-A4BC-F977EDCFDFC4}" sibTransId="{E1B1A632-43C5-42BB-89F9-D74E8859F129}"/>
    <dgm:cxn modelId="{1F7FB53F-FA39-430F-BD4B-BB47535DDB93}" type="presOf" srcId="{E1B1A632-43C5-42BB-89F9-D74E8859F129}" destId="{36FB877A-70F4-4DE1-B7DA-08087859398A}" srcOrd="0" destOrd="0" presId="urn:microsoft.com/office/officeart/2008/layout/VerticalCurvedList"/>
    <dgm:cxn modelId="{D3001D6F-8DF8-4221-8A9C-F8787F8D9D35}" type="presOf" srcId="{D796A4C3-C1BC-4F49-B501-386BDC5AE838}" destId="{B6114473-357E-448D-860D-69507359EA54}" srcOrd="0" destOrd="0" presId="urn:microsoft.com/office/officeart/2008/layout/VerticalCurvedList"/>
    <dgm:cxn modelId="{FDF7F952-5FBB-4AF8-93A4-C7AB2EE3F0C7}" srcId="{E4CCB689-0738-4416-B564-F17AAD2F875F}" destId="{D796A4C3-C1BC-4F49-B501-386BDC5AE838}" srcOrd="2" destOrd="0" parTransId="{48F29BC5-1F07-4376-A8BC-7ECFB8BC806B}" sibTransId="{0E5DB95A-86C5-4CD5-926E-77858AB58DF0}"/>
    <dgm:cxn modelId="{E782787A-048B-438B-81D5-1711CB0D3BC3}" srcId="{E4CCB689-0738-4416-B564-F17AAD2F875F}" destId="{0AC4BE50-8B66-42C8-A22E-41475C984376}" srcOrd="1" destOrd="0" parTransId="{61234C76-0DB1-4102-A576-A63E7EEF0B21}" sibTransId="{19C79C67-45F1-404C-82A3-9AFAEF0F059F}"/>
    <dgm:cxn modelId="{D1C4C591-7AAE-45CF-8300-DAABEB382BEB}" type="presOf" srcId="{8AA39EDC-DE6F-497A-A4BD-DD62962495E1}" destId="{D4884538-5FF6-43C7-A062-E0DDBA1F49C3}" srcOrd="0" destOrd="0" presId="urn:microsoft.com/office/officeart/2008/layout/VerticalCurvedList"/>
    <dgm:cxn modelId="{9C7EE2E0-0D89-41AA-ABC3-DAC67C94C0F7}" type="presOf" srcId="{E4CCB689-0738-4416-B564-F17AAD2F875F}" destId="{A45F268C-3BA8-470B-A152-DB186F612020}" srcOrd="0" destOrd="0" presId="urn:microsoft.com/office/officeart/2008/layout/VerticalCurvedList"/>
    <dgm:cxn modelId="{904D33EB-FED4-4D84-A6EC-C2C3C5EED452}" type="presOf" srcId="{0AC4BE50-8B66-42C8-A22E-41475C984376}" destId="{EBCF47D6-93F0-4A11-8402-B2BBF0F8152B}" srcOrd="0" destOrd="0" presId="urn:microsoft.com/office/officeart/2008/layout/VerticalCurvedList"/>
    <dgm:cxn modelId="{ABFC8FE9-43F5-471C-BD24-2D49E59B0D93}" type="presParOf" srcId="{A45F268C-3BA8-470B-A152-DB186F612020}" destId="{C2D26B3C-F6B4-4419-B708-8A2430853AC4}" srcOrd="0" destOrd="0" presId="urn:microsoft.com/office/officeart/2008/layout/VerticalCurvedList"/>
    <dgm:cxn modelId="{9C6D4CB2-E2F9-4F18-8230-11AF495CE5C0}" type="presParOf" srcId="{C2D26B3C-F6B4-4419-B708-8A2430853AC4}" destId="{D444D9F4-3F17-4170-88A7-CD6D8D6C0001}" srcOrd="0" destOrd="0" presId="urn:microsoft.com/office/officeart/2008/layout/VerticalCurvedList"/>
    <dgm:cxn modelId="{D65CF8ED-20B9-45C5-8543-874872FF26F7}" type="presParOf" srcId="{D444D9F4-3F17-4170-88A7-CD6D8D6C0001}" destId="{2DD557A0-058B-4F51-A980-B7DC9C3EDFFD}" srcOrd="0" destOrd="0" presId="urn:microsoft.com/office/officeart/2008/layout/VerticalCurvedList"/>
    <dgm:cxn modelId="{8B28EF96-5888-4B12-AE47-88B2572D7D5E}" type="presParOf" srcId="{D444D9F4-3F17-4170-88A7-CD6D8D6C0001}" destId="{36FB877A-70F4-4DE1-B7DA-08087859398A}" srcOrd="1" destOrd="0" presId="urn:microsoft.com/office/officeart/2008/layout/VerticalCurvedList"/>
    <dgm:cxn modelId="{A898EF7A-C20F-4712-B556-2BE29630CA18}" type="presParOf" srcId="{D444D9F4-3F17-4170-88A7-CD6D8D6C0001}" destId="{07EE1AC1-86FF-49DC-B4DA-1E9DBC9DFE5A}" srcOrd="2" destOrd="0" presId="urn:microsoft.com/office/officeart/2008/layout/VerticalCurvedList"/>
    <dgm:cxn modelId="{17A394E8-5326-430F-A312-9F89FD9B541E}" type="presParOf" srcId="{D444D9F4-3F17-4170-88A7-CD6D8D6C0001}" destId="{B4EB3192-AEF2-4C67-8005-3535E8161655}" srcOrd="3" destOrd="0" presId="urn:microsoft.com/office/officeart/2008/layout/VerticalCurvedList"/>
    <dgm:cxn modelId="{3F1D25F7-D691-4E20-ADE4-808876C1539E}" type="presParOf" srcId="{C2D26B3C-F6B4-4419-B708-8A2430853AC4}" destId="{D4884538-5FF6-43C7-A062-E0DDBA1F49C3}" srcOrd="1" destOrd="0" presId="urn:microsoft.com/office/officeart/2008/layout/VerticalCurvedList"/>
    <dgm:cxn modelId="{A84CB4AB-600B-40DA-AAE0-16959A20C96D}" type="presParOf" srcId="{C2D26B3C-F6B4-4419-B708-8A2430853AC4}" destId="{9A069815-025D-4242-BAE6-D1625F8BDAB7}" srcOrd="2" destOrd="0" presId="urn:microsoft.com/office/officeart/2008/layout/VerticalCurvedList"/>
    <dgm:cxn modelId="{DFBC391A-AAB9-46C4-8677-A2EB12CDDE60}" type="presParOf" srcId="{9A069815-025D-4242-BAE6-D1625F8BDAB7}" destId="{902FE215-D004-4869-8BA0-6E5EBEEC747B}" srcOrd="0" destOrd="0" presId="urn:microsoft.com/office/officeart/2008/layout/VerticalCurvedList"/>
    <dgm:cxn modelId="{A87DA592-15D6-4A90-AEA2-CCBD8F34D132}" type="presParOf" srcId="{C2D26B3C-F6B4-4419-B708-8A2430853AC4}" destId="{EBCF47D6-93F0-4A11-8402-B2BBF0F8152B}" srcOrd="3" destOrd="0" presId="urn:microsoft.com/office/officeart/2008/layout/VerticalCurvedList"/>
    <dgm:cxn modelId="{912A9C02-7272-4F06-BA9E-337369597CBA}" type="presParOf" srcId="{C2D26B3C-F6B4-4419-B708-8A2430853AC4}" destId="{DCC51101-ED4B-4BBD-B08E-2D433A0EECD9}" srcOrd="4" destOrd="0" presId="urn:microsoft.com/office/officeart/2008/layout/VerticalCurvedList"/>
    <dgm:cxn modelId="{3DB9DB1E-5268-43E9-A54B-2F4FB2F734FC}" type="presParOf" srcId="{DCC51101-ED4B-4BBD-B08E-2D433A0EECD9}" destId="{F6E7C704-FC5C-4B23-B0F9-80D5A05BFF27}" srcOrd="0" destOrd="0" presId="urn:microsoft.com/office/officeart/2008/layout/VerticalCurvedList"/>
    <dgm:cxn modelId="{E403DB78-8F4F-4A8E-9285-C69DD957D247}" type="presParOf" srcId="{C2D26B3C-F6B4-4419-B708-8A2430853AC4}" destId="{B6114473-357E-448D-860D-69507359EA54}" srcOrd="5" destOrd="0" presId="urn:microsoft.com/office/officeart/2008/layout/VerticalCurvedList"/>
    <dgm:cxn modelId="{B5E739B3-B9CF-4EEE-92DD-3E589CF9D76B}" type="presParOf" srcId="{C2D26B3C-F6B4-4419-B708-8A2430853AC4}" destId="{E9B67047-F10B-4C99-93CA-D048C62BFE21}" srcOrd="6" destOrd="0" presId="urn:microsoft.com/office/officeart/2008/layout/VerticalCurvedList"/>
    <dgm:cxn modelId="{BF942876-6FE9-4D9C-8B76-31A30A477054}" type="presParOf" srcId="{E9B67047-F10B-4C99-93CA-D048C62BFE21}" destId="{C81E0165-8459-41DB-ACF0-D5ED572852A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AF0CE-02F2-4175-84CC-6EC5567225F2}">
      <dsp:nvSpPr>
        <dsp:cNvPr id="0" name=""/>
        <dsp:cNvSpPr/>
      </dsp:nvSpPr>
      <dsp:spPr>
        <a:xfrm>
          <a:off x="0" y="1412725"/>
          <a:ext cx="590365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C35655-CA89-4E38-82D3-971171B4C3D2}">
      <dsp:nvSpPr>
        <dsp:cNvPr id="0" name=""/>
        <dsp:cNvSpPr/>
      </dsp:nvSpPr>
      <dsp:spPr>
        <a:xfrm>
          <a:off x="295182" y="1010493"/>
          <a:ext cx="4132555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01" tIns="0" rIns="156201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Real Time Protection</a:t>
          </a:r>
          <a:endParaRPr lang="es-ES" sz="2600" kern="1200" dirty="0"/>
        </a:p>
      </dsp:txBody>
      <dsp:txXfrm>
        <a:off x="332649" y="1047960"/>
        <a:ext cx="4057621" cy="692586"/>
      </dsp:txXfrm>
    </dsp:sp>
    <dsp:sp modelId="{9EB75738-655F-4EE6-825B-25B99C020E8A}">
      <dsp:nvSpPr>
        <dsp:cNvPr id="0" name=""/>
        <dsp:cNvSpPr/>
      </dsp:nvSpPr>
      <dsp:spPr>
        <a:xfrm>
          <a:off x="0" y="2573613"/>
          <a:ext cx="590365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2872D2A-2B68-4A16-B151-D91D93978A3B}">
      <dsp:nvSpPr>
        <dsp:cNvPr id="0" name=""/>
        <dsp:cNvSpPr/>
      </dsp:nvSpPr>
      <dsp:spPr>
        <a:xfrm>
          <a:off x="295182" y="2189853"/>
          <a:ext cx="4132555" cy="767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01" tIns="0" rIns="156201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Detecting Harmful URLs</a:t>
          </a:r>
        </a:p>
      </dsp:txBody>
      <dsp:txXfrm>
        <a:off x="332649" y="2227320"/>
        <a:ext cx="4057621" cy="692586"/>
      </dsp:txXfrm>
    </dsp:sp>
    <dsp:sp modelId="{0A2BA5DA-DABF-4755-8F8E-E44245DFCD73}">
      <dsp:nvSpPr>
        <dsp:cNvPr id="0" name=""/>
        <dsp:cNvSpPr/>
      </dsp:nvSpPr>
      <dsp:spPr>
        <a:xfrm>
          <a:off x="0" y="3752973"/>
          <a:ext cx="590365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8CF035-DE5B-459C-A2DF-086456E390E7}">
      <dsp:nvSpPr>
        <dsp:cNvPr id="0" name=""/>
        <dsp:cNvSpPr/>
      </dsp:nvSpPr>
      <dsp:spPr>
        <a:xfrm>
          <a:off x="295182" y="3369213"/>
          <a:ext cx="4132555" cy="7675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01" tIns="0" rIns="156201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Suspicious Content Alerts</a:t>
          </a:r>
        </a:p>
      </dsp:txBody>
      <dsp:txXfrm>
        <a:off x="332649" y="3406680"/>
        <a:ext cx="4057621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BB6DD-D394-47BE-85AC-871E8B16011D}">
      <dsp:nvSpPr>
        <dsp:cNvPr id="0" name=""/>
        <dsp:cNvSpPr/>
      </dsp:nvSpPr>
      <dsp:spPr>
        <a:xfrm rot="5400000">
          <a:off x="-212271" y="213255"/>
          <a:ext cx="1415145" cy="990601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700" kern="1200" dirty="0"/>
        </a:p>
      </dsp:txBody>
      <dsp:txXfrm rot="-5400000">
        <a:off x="2" y="496284"/>
        <a:ext cx="990601" cy="424544"/>
      </dsp:txXfrm>
    </dsp:sp>
    <dsp:sp modelId="{188D67E7-4FF5-40A4-9C5A-C991B94B5BED}">
      <dsp:nvSpPr>
        <dsp:cNvPr id="0" name=""/>
        <dsp:cNvSpPr/>
      </dsp:nvSpPr>
      <dsp:spPr>
        <a:xfrm rot="5400000">
          <a:off x="3408690" y="-2418088"/>
          <a:ext cx="919844" cy="57560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noProof="0" dirty="0"/>
            <a:t>Coverage of Phishing Techniques</a:t>
          </a:r>
        </a:p>
      </dsp:txBody>
      <dsp:txXfrm rot="-5400000">
        <a:off x="990602" y="44903"/>
        <a:ext cx="5711118" cy="830038"/>
      </dsp:txXfrm>
    </dsp:sp>
    <dsp:sp modelId="{4B570565-6C0A-49AA-B48F-FC01830CB96A}">
      <dsp:nvSpPr>
        <dsp:cNvPr id="0" name=""/>
        <dsp:cNvSpPr/>
      </dsp:nvSpPr>
      <dsp:spPr>
        <a:xfrm rot="5400000">
          <a:off x="-212271" y="1431705"/>
          <a:ext cx="1415145" cy="990601"/>
        </a:xfrm>
        <a:prstGeom prst="chevron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700" kern="1200" dirty="0"/>
        </a:p>
      </dsp:txBody>
      <dsp:txXfrm rot="-5400000">
        <a:off x="2" y="1714734"/>
        <a:ext cx="990601" cy="424544"/>
      </dsp:txXfrm>
    </dsp:sp>
    <dsp:sp modelId="{2BED62F7-EA8D-4D71-ABBC-AA966560B1EA}">
      <dsp:nvSpPr>
        <dsp:cNvPr id="0" name=""/>
        <dsp:cNvSpPr/>
      </dsp:nvSpPr>
      <dsp:spPr>
        <a:xfrm rot="5400000">
          <a:off x="3408690" y="-1198654"/>
          <a:ext cx="919844" cy="57560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noProof="0" dirty="0"/>
            <a:t>Limitations in Detection</a:t>
          </a:r>
        </a:p>
      </dsp:txBody>
      <dsp:txXfrm rot="-5400000">
        <a:off x="990602" y="1264337"/>
        <a:ext cx="5711118" cy="830038"/>
      </dsp:txXfrm>
    </dsp:sp>
    <dsp:sp modelId="{12166400-E919-4EA8-81CF-3E2F6157DB6E}">
      <dsp:nvSpPr>
        <dsp:cNvPr id="0" name=""/>
        <dsp:cNvSpPr/>
      </dsp:nvSpPr>
      <dsp:spPr>
        <a:xfrm rot="5400000">
          <a:off x="-212271" y="2650156"/>
          <a:ext cx="1415145" cy="990601"/>
        </a:xfrm>
        <a:prstGeom prst="chevron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700" kern="1200" dirty="0"/>
        </a:p>
      </dsp:txBody>
      <dsp:txXfrm rot="-5400000">
        <a:off x="2" y="2933185"/>
        <a:ext cx="990601" cy="424544"/>
      </dsp:txXfrm>
    </dsp:sp>
    <dsp:sp modelId="{9460D607-EDD2-4C3A-BA19-8851F3440FB4}">
      <dsp:nvSpPr>
        <dsp:cNvPr id="0" name=""/>
        <dsp:cNvSpPr/>
      </dsp:nvSpPr>
      <dsp:spPr>
        <a:xfrm rot="5400000">
          <a:off x="3408690" y="19795"/>
          <a:ext cx="919844" cy="57560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noProof="0" dirty="0"/>
            <a:t>Need for Realistic Expectations</a:t>
          </a:r>
        </a:p>
      </dsp:txBody>
      <dsp:txXfrm rot="-5400000">
        <a:off x="990602" y="2482787"/>
        <a:ext cx="5711118" cy="8300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2BE9C-CF5F-49C3-B579-F563844B20C3}">
      <dsp:nvSpPr>
        <dsp:cNvPr id="0" name=""/>
        <dsp:cNvSpPr/>
      </dsp:nvSpPr>
      <dsp:spPr>
        <a:xfrm>
          <a:off x="-4302611" y="-660058"/>
          <a:ext cx="5126268" cy="5126268"/>
        </a:xfrm>
        <a:prstGeom prst="blockArc">
          <a:avLst>
            <a:gd name="adj1" fmla="val 18900000"/>
            <a:gd name="adj2" fmla="val 2700000"/>
            <a:gd name="adj3" fmla="val 421"/>
          </a:avLst>
        </a:prstGeom>
        <a:noFill/>
        <a:ln w="1905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5E4D3-8CEF-4F4D-8A33-D82ED529473C}">
      <dsp:nvSpPr>
        <dsp:cNvPr id="0" name=""/>
        <dsp:cNvSpPr/>
      </dsp:nvSpPr>
      <dsp:spPr>
        <a:xfrm>
          <a:off x="529704" y="380615"/>
          <a:ext cx="5851385" cy="76123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422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URL Analysis</a:t>
          </a:r>
          <a:endParaRPr lang="en-US" sz="3900" kern="1200" dirty="0"/>
        </a:p>
      </dsp:txBody>
      <dsp:txXfrm>
        <a:off x="529704" y="380615"/>
        <a:ext cx="5851385" cy="761230"/>
      </dsp:txXfrm>
    </dsp:sp>
    <dsp:sp modelId="{E6917825-E0BD-406A-9D44-1F20151A058D}">
      <dsp:nvSpPr>
        <dsp:cNvPr id="0" name=""/>
        <dsp:cNvSpPr/>
      </dsp:nvSpPr>
      <dsp:spPr>
        <a:xfrm>
          <a:off x="53935" y="285461"/>
          <a:ext cx="951538" cy="95153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8B2C9-B2EC-42EC-B676-3EACBC62B9D1}">
      <dsp:nvSpPr>
        <dsp:cNvPr id="0" name=""/>
        <dsp:cNvSpPr/>
      </dsp:nvSpPr>
      <dsp:spPr>
        <a:xfrm>
          <a:off x="806411" y="1522460"/>
          <a:ext cx="5574677" cy="761230"/>
        </a:xfrm>
        <a:prstGeom prst="rect">
          <a:avLst/>
        </a:prstGeom>
        <a:solidFill>
          <a:schemeClr val="accent2">
            <a:shade val="80000"/>
            <a:hueOff val="-227502"/>
            <a:satOff val="4255"/>
            <a:lumOff val="1356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422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Content Scanning</a:t>
          </a:r>
          <a:endParaRPr lang="en-US" sz="3900" kern="1200" dirty="0"/>
        </a:p>
      </dsp:txBody>
      <dsp:txXfrm>
        <a:off x="806411" y="1522460"/>
        <a:ext cx="5574677" cy="761230"/>
      </dsp:txXfrm>
    </dsp:sp>
    <dsp:sp modelId="{78963F5C-C204-46A3-8E15-709AD44DC26B}">
      <dsp:nvSpPr>
        <dsp:cNvPr id="0" name=""/>
        <dsp:cNvSpPr/>
      </dsp:nvSpPr>
      <dsp:spPr>
        <a:xfrm>
          <a:off x="330642" y="1427307"/>
          <a:ext cx="951538" cy="95153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4083C-4E66-4A24-9562-5C4613C4E7A2}">
      <dsp:nvSpPr>
        <dsp:cNvPr id="0" name=""/>
        <dsp:cNvSpPr/>
      </dsp:nvSpPr>
      <dsp:spPr>
        <a:xfrm>
          <a:off x="529704" y="2664306"/>
          <a:ext cx="5851385" cy="761230"/>
        </a:xfrm>
        <a:prstGeom prst="rect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422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User Alert Notifications</a:t>
          </a:r>
          <a:endParaRPr lang="en-US" sz="3900" kern="1200" dirty="0"/>
        </a:p>
      </dsp:txBody>
      <dsp:txXfrm>
        <a:off x="529704" y="2664306"/>
        <a:ext cx="5851385" cy="761230"/>
      </dsp:txXfrm>
    </dsp:sp>
    <dsp:sp modelId="{C47CB1FF-2B36-4280-83F3-78150377F1A5}">
      <dsp:nvSpPr>
        <dsp:cNvPr id="0" name=""/>
        <dsp:cNvSpPr/>
      </dsp:nvSpPr>
      <dsp:spPr>
        <a:xfrm>
          <a:off x="53935" y="2569152"/>
          <a:ext cx="951538" cy="95153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A7561-2769-449B-A548-90D001F3E61F}">
      <dsp:nvSpPr>
        <dsp:cNvPr id="0" name=""/>
        <dsp:cNvSpPr/>
      </dsp:nvSpPr>
      <dsp:spPr>
        <a:xfrm>
          <a:off x="245335" y="805"/>
          <a:ext cx="4959324" cy="450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45335" y="805"/>
        <a:ext cx="4959324" cy="450847"/>
      </dsp:txXfrm>
    </dsp:sp>
    <dsp:sp modelId="{58943A95-81CB-434E-B086-2BBD32D6E716}">
      <dsp:nvSpPr>
        <dsp:cNvPr id="0" name=""/>
        <dsp:cNvSpPr/>
      </dsp:nvSpPr>
      <dsp:spPr>
        <a:xfrm>
          <a:off x="245335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954567-38FA-419B-AAD3-53CDFCE4A4A2}">
      <dsp:nvSpPr>
        <dsp:cNvPr id="0" name=""/>
        <dsp:cNvSpPr/>
      </dsp:nvSpPr>
      <dsp:spPr>
        <a:xfrm>
          <a:off x="942396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52271"/>
            <a:satOff val="416"/>
            <a:lumOff val="445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9B7021-9B9F-4091-97B2-C31214F7C0F8}">
      <dsp:nvSpPr>
        <dsp:cNvPr id="0" name=""/>
        <dsp:cNvSpPr/>
      </dsp:nvSpPr>
      <dsp:spPr>
        <a:xfrm>
          <a:off x="1640007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104543"/>
            <a:satOff val="833"/>
            <a:lumOff val="890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898CAA-4A9E-4460-AC88-F2F59D4BA774}">
      <dsp:nvSpPr>
        <dsp:cNvPr id="0" name=""/>
        <dsp:cNvSpPr/>
      </dsp:nvSpPr>
      <dsp:spPr>
        <a:xfrm>
          <a:off x="2337068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156814"/>
            <a:satOff val="1249"/>
            <a:lumOff val="1335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7B6076-756E-4EEF-9F4F-C009B505408F}">
      <dsp:nvSpPr>
        <dsp:cNvPr id="0" name=""/>
        <dsp:cNvSpPr/>
      </dsp:nvSpPr>
      <dsp:spPr>
        <a:xfrm>
          <a:off x="3034680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209085"/>
            <a:satOff val="1666"/>
            <a:lumOff val="1780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E85BCB-3875-441D-BE75-B26E978EA88F}">
      <dsp:nvSpPr>
        <dsp:cNvPr id="0" name=""/>
        <dsp:cNvSpPr/>
      </dsp:nvSpPr>
      <dsp:spPr>
        <a:xfrm>
          <a:off x="3731740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261357"/>
            <a:satOff val="2082"/>
            <a:lumOff val="2225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09F6B1-2821-40F4-94A6-8F1DB0F377C8}">
      <dsp:nvSpPr>
        <dsp:cNvPr id="0" name=""/>
        <dsp:cNvSpPr/>
      </dsp:nvSpPr>
      <dsp:spPr>
        <a:xfrm>
          <a:off x="4429352" y="4516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313628"/>
            <a:satOff val="2498"/>
            <a:lumOff val="2671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8D43C1-BDA8-4F21-AC74-F4367D9FB788}">
      <dsp:nvSpPr>
        <dsp:cNvPr id="0" name=""/>
        <dsp:cNvSpPr/>
      </dsp:nvSpPr>
      <dsp:spPr>
        <a:xfrm>
          <a:off x="245335" y="543492"/>
          <a:ext cx="5023795" cy="7347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Key Components</a:t>
          </a:r>
        </a:p>
      </dsp:txBody>
      <dsp:txXfrm>
        <a:off x="245335" y="543492"/>
        <a:ext cx="5023795" cy="734714"/>
      </dsp:txXfrm>
    </dsp:sp>
    <dsp:sp modelId="{91360D91-2B65-4B4B-A54A-46E56EFD67EA}">
      <dsp:nvSpPr>
        <dsp:cNvPr id="0" name=""/>
        <dsp:cNvSpPr/>
      </dsp:nvSpPr>
      <dsp:spPr>
        <a:xfrm>
          <a:off x="245335" y="1450704"/>
          <a:ext cx="4959324" cy="450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45335" y="1450704"/>
        <a:ext cx="4959324" cy="450847"/>
      </dsp:txXfrm>
    </dsp:sp>
    <dsp:sp modelId="{82154F7C-85AA-4C72-85A3-4D669174CEED}">
      <dsp:nvSpPr>
        <dsp:cNvPr id="0" name=""/>
        <dsp:cNvSpPr/>
      </dsp:nvSpPr>
      <dsp:spPr>
        <a:xfrm>
          <a:off x="245335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365899"/>
            <a:satOff val="2915"/>
            <a:lumOff val="3116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9E8287-502D-497B-BEA7-6AB81273399F}">
      <dsp:nvSpPr>
        <dsp:cNvPr id="0" name=""/>
        <dsp:cNvSpPr/>
      </dsp:nvSpPr>
      <dsp:spPr>
        <a:xfrm>
          <a:off x="942396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418171"/>
            <a:satOff val="3331"/>
            <a:lumOff val="3561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98983A-6876-441F-B809-391561862AD8}">
      <dsp:nvSpPr>
        <dsp:cNvPr id="0" name=""/>
        <dsp:cNvSpPr/>
      </dsp:nvSpPr>
      <dsp:spPr>
        <a:xfrm>
          <a:off x="1640007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470442"/>
            <a:satOff val="3747"/>
            <a:lumOff val="4006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D8CD30-C088-4FA5-8FAA-41123F706749}">
      <dsp:nvSpPr>
        <dsp:cNvPr id="0" name=""/>
        <dsp:cNvSpPr/>
      </dsp:nvSpPr>
      <dsp:spPr>
        <a:xfrm>
          <a:off x="2337068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522713"/>
            <a:satOff val="4164"/>
            <a:lumOff val="4451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59499C-002D-45AB-86D5-8077C0EB822F}">
      <dsp:nvSpPr>
        <dsp:cNvPr id="0" name=""/>
        <dsp:cNvSpPr/>
      </dsp:nvSpPr>
      <dsp:spPr>
        <a:xfrm>
          <a:off x="3034680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522713"/>
            <a:satOff val="4164"/>
            <a:lumOff val="4451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07C230-16AA-4B40-9F54-6414A8475D0B}">
      <dsp:nvSpPr>
        <dsp:cNvPr id="0" name=""/>
        <dsp:cNvSpPr/>
      </dsp:nvSpPr>
      <dsp:spPr>
        <a:xfrm>
          <a:off x="3731740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470442"/>
            <a:satOff val="3747"/>
            <a:lumOff val="4006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726888-DF28-45D6-95AA-A50F1C83686B}">
      <dsp:nvSpPr>
        <dsp:cNvPr id="0" name=""/>
        <dsp:cNvSpPr/>
      </dsp:nvSpPr>
      <dsp:spPr>
        <a:xfrm>
          <a:off x="4429352" y="19015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418171"/>
            <a:satOff val="3331"/>
            <a:lumOff val="3561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521DBD-00D6-486C-9CB5-4AD397A9A6B6}">
      <dsp:nvSpPr>
        <dsp:cNvPr id="0" name=""/>
        <dsp:cNvSpPr/>
      </dsp:nvSpPr>
      <dsp:spPr>
        <a:xfrm>
          <a:off x="245335" y="1993391"/>
          <a:ext cx="5023795" cy="7347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Functional Roles</a:t>
          </a:r>
        </a:p>
      </dsp:txBody>
      <dsp:txXfrm>
        <a:off x="245335" y="1993391"/>
        <a:ext cx="5023795" cy="734714"/>
      </dsp:txXfrm>
    </dsp:sp>
    <dsp:sp modelId="{DFEB0E6E-D368-4956-ADF9-96F0D37EDB84}">
      <dsp:nvSpPr>
        <dsp:cNvPr id="0" name=""/>
        <dsp:cNvSpPr/>
      </dsp:nvSpPr>
      <dsp:spPr>
        <a:xfrm>
          <a:off x="245335" y="2900604"/>
          <a:ext cx="4959324" cy="450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45335" y="2900604"/>
        <a:ext cx="4959324" cy="450847"/>
      </dsp:txXfrm>
    </dsp:sp>
    <dsp:sp modelId="{F1A825B9-584F-4C67-AC2D-D71CE531D578}">
      <dsp:nvSpPr>
        <dsp:cNvPr id="0" name=""/>
        <dsp:cNvSpPr/>
      </dsp:nvSpPr>
      <dsp:spPr>
        <a:xfrm>
          <a:off x="245335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365899"/>
            <a:satOff val="2915"/>
            <a:lumOff val="3116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848E0F-D0C4-46BB-A251-83C935B3ACA3}">
      <dsp:nvSpPr>
        <dsp:cNvPr id="0" name=""/>
        <dsp:cNvSpPr/>
      </dsp:nvSpPr>
      <dsp:spPr>
        <a:xfrm>
          <a:off x="942396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313628"/>
            <a:satOff val="2498"/>
            <a:lumOff val="2671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426CFB-4269-435C-B9A6-06D348C3CB5F}">
      <dsp:nvSpPr>
        <dsp:cNvPr id="0" name=""/>
        <dsp:cNvSpPr/>
      </dsp:nvSpPr>
      <dsp:spPr>
        <a:xfrm>
          <a:off x="1640007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261357"/>
            <a:satOff val="2082"/>
            <a:lumOff val="2225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7D0AF7-4253-422E-93CF-2126D3806895}">
      <dsp:nvSpPr>
        <dsp:cNvPr id="0" name=""/>
        <dsp:cNvSpPr/>
      </dsp:nvSpPr>
      <dsp:spPr>
        <a:xfrm>
          <a:off x="2337068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209085"/>
            <a:satOff val="1666"/>
            <a:lumOff val="1780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903EE7-5A35-4F4F-872E-135D9E8D75E8}">
      <dsp:nvSpPr>
        <dsp:cNvPr id="0" name=""/>
        <dsp:cNvSpPr/>
      </dsp:nvSpPr>
      <dsp:spPr>
        <a:xfrm>
          <a:off x="3034680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156814"/>
            <a:satOff val="1249"/>
            <a:lumOff val="1335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DF0875-77D0-4A29-BECF-7501744ED3DC}">
      <dsp:nvSpPr>
        <dsp:cNvPr id="0" name=""/>
        <dsp:cNvSpPr/>
      </dsp:nvSpPr>
      <dsp:spPr>
        <a:xfrm>
          <a:off x="3731740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104543"/>
            <a:satOff val="833"/>
            <a:lumOff val="890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231B5E-F6F7-466E-AB85-0AD6F727D25F}">
      <dsp:nvSpPr>
        <dsp:cNvPr id="0" name=""/>
        <dsp:cNvSpPr/>
      </dsp:nvSpPr>
      <dsp:spPr>
        <a:xfrm>
          <a:off x="4429352" y="3351452"/>
          <a:ext cx="1160481" cy="918393"/>
        </a:xfrm>
        <a:prstGeom prst="chevron">
          <a:avLst>
            <a:gd name="adj" fmla="val 70610"/>
          </a:avLst>
        </a:prstGeom>
        <a:solidFill>
          <a:schemeClr val="accent2">
            <a:shade val="50000"/>
            <a:hueOff val="-52271"/>
            <a:satOff val="416"/>
            <a:lumOff val="445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39751F-8717-42D5-8ED3-14BD7CD2944C}">
      <dsp:nvSpPr>
        <dsp:cNvPr id="0" name=""/>
        <dsp:cNvSpPr/>
      </dsp:nvSpPr>
      <dsp:spPr>
        <a:xfrm>
          <a:off x="245335" y="3443291"/>
          <a:ext cx="5023795" cy="7347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Integration Process</a:t>
          </a:r>
        </a:p>
      </dsp:txBody>
      <dsp:txXfrm>
        <a:off x="245335" y="3443291"/>
        <a:ext cx="5023795" cy="7347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8DAA-6C5D-447D-B1A5-25A0B4CA0DD7}">
      <dsp:nvSpPr>
        <dsp:cNvPr id="0" name=""/>
        <dsp:cNvSpPr/>
      </dsp:nvSpPr>
      <dsp:spPr>
        <a:xfrm>
          <a:off x="0" y="266919"/>
          <a:ext cx="5624945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User Interface</a:t>
          </a:r>
        </a:p>
      </dsp:txBody>
      <dsp:txXfrm>
        <a:off x="55173" y="322092"/>
        <a:ext cx="5514599" cy="1019874"/>
      </dsp:txXfrm>
    </dsp:sp>
    <dsp:sp modelId="{5E5B5DA5-ECF0-4C58-93EE-FD3E6DEC2C13}">
      <dsp:nvSpPr>
        <dsp:cNvPr id="0" name=""/>
        <dsp:cNvSpPr/>
      </dsp:nvSpPr>
      <dsp:spPr>
        <a:xfrm>
          <a:off x="0" y="1529620"/>
          <a:ext cx="5624945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>
              <a:solidFill>
                <a:srgbClr val="FFC000"/>
              </a:solidFill>
            </a:rPr>
            <a:t>Backend Processing</a:t>
          </a:r>
        </a:p>
      </dsp:txBody>
      <dsp:txXfrm>
        <a:off x="55173" y="1584793"/>
        <a:ext cx="5514599" cy="1019874"/>
      </dsp:txXfrm>
    </dsp:sp>
    <dsp:sp modelId="{3326519F-4197-45B8-9A11-9DFF32B3F15B}">
      <dsp:nvSpPr>
        <dsp:cNvPr id="0" name=""/>
        <dsp:cNvSpPr/>
      </dsp:nvSpPr>
      <dsp:spPr>
        <a:xfrm>
          <a:off x="0" y="2792320"/>
          <a:ext cx="5624945" cy="11302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Data Storage</a:t>
          </a:r>
        </a:p>
      </dsp:txBody>
      <dsp:txXfrm>
        <a:off x="55173" y="2847493"/>
        <a:ext cx="5514599" cy="1019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50F623-AB3B-46B7-8A0B-74C456013857}">
      <dsp:nvSpPr>
        <dsp:cNvPr id="0" name=""/>
        <dsp:cNvSpPr/>
      </dsp:nvSpPr>
      <dsp:spPr>
        <a:xfrm>
          <a:off x="335075" y="0"/>
          <a:ext cx="3494189" cy="3494189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605C08-13B1-476C-BE0E-A042FA083E0C}">
      <dsp:nvSpPr>
        <dsp:cNvPr id="0" name=""/>
        <dsp:cNvSpPr/>
      </dsp:nvSpPr>
      <dsp:spPr>
        <a:xfrm>
          <a:off x="2082170" y="351295"/>
          <a:ext cx="2271222" cy="82714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 Selection</a:t>
          </a:r>
        </a:p>
      </dsp:txBody>
      <dsp:txXfrm>
        <a:off x="2122548" y="391673"/>
        <a:ext cx="2190466" cy="746384"/>
      </dsp:txXfrm>
    </dsp:sp>
    <dsp:sp modelId="{C3C1B228-70FD-4E87-9204-94B3237FACB6}">
      <dsp:nvSpPr>
        <dsp:cNvPr id="0" name=""/>
        <dsp:cNvSpPr/>
      </dsp:nvSpPr>
      <dsp:spPr>
        <a:xfrm>
          <a:off x="2082170" y="1281828"/>
          <a:ext cx="2271222" cy="82714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Java SDK Installation</a:t>
          </a:r>
        </a:p>
      </dsp:txBody>
      <dsp:txXfrm>
        <a:off x="2122548" y="1322206"/>
        <a:ext cx="2190466" cy="746384"/>
      </dsp:txXfrm>
    </dsp:sp>
    <dsp:sp modelId="{FC6F966A-14CA-4D10-8F87-A8359480D490}">
      <dsp:nvSpPr>
        <dsp:cNvPr id="0" name=""/>
        <dsp:cNvSpPr/>
      </dsp:nvSpPr>
      <dsp:spPr>
        <a:xfrm>
          <a:off x="2082170" y="2212360"/>
          <a:ext cx="2271222" cy="82714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Dependency Management</a:t>
          </a:r>
        </a:p>
      </dsp:txBody>
      <dsp:txXfrm>
        <a:off x="2122548" y="2252738"/>
        <a:ext cx="2190466" cy="7463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A2252-11CA-44FE-9E5E-C0F3EB0BB0B7}">
      <dsp:nvSpPr>
        <dsp:cNvPr id="0" name=""/>
        <dsp:cNvSpPr/>
      </dsp:nvSpPr>
      <dsp:spPr>
        <a:xfrm>
          <a:off x="367055" y="0"/>
          <a:ext cx="3494189" cy="3494189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A243EE-9F85-43FA-9E0B-924925AC562E}">
      <dsp:nvSpPr>
        <dsp:cNvPr id="0" name=""/>
        <dsp:cNvSpPr/>
      </dsp:nvSpPr>
      <dsp:spPr>
        <a:xfrm>
          <a:off x="2223658" y="349760"/>
          <a:ext cx="2271222" cy="6210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Java Libraries Overview</a:t>
          </a:r>
          <a:endParaRPr lang="es-ES" sz="1500" b="0" kern="1200" dirty="0"/>
        </a:p>
      </dsp:txBody>
      <dsp:txXfrm>
        <a:off x="2253975" y="380077"/>
        <a:ext cx="2210588" cy="560403"/>
      </dsp:txXfrm>
    </dsp:sp>
    <dsp:sp modelId="{91C38937-6352-4AD8-B681-1D2F65FCCF1E}">
      <dsp:nvSpPr>
        <dsp:cNvPr id="0" name=""/>
        <dsp:cNvSpPr/>
      </dsp:nvSpPr>
      <dsp:spPr>
        <a:xfrm>
          <a:off x="2223658" y="1048427"/>
          <a:ext cx="2271222" cy="6210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URL Analysis Libraries</a:t>
          </a:r>
        </a:p>
      </dsp:txBody>
      <dsp:txXfrm>
        <a:off x="2253975" y="1078744"/>
        <a:ext cx="2210588" cy="560403"/>
      </dsp:txXfrm>
    </dsp:sp>
    <dsp:sp modelId="{AB7F62EB-2240-4856-BA74-3D5245CD6725}">
      <dsp:nvSpPr>
        <dsp:cNvPr id="0" name=""/>
        <dsp:cNvSpPr/>
      </dsp:nvSpPr>
      <dsp:spPr>
        <a:xfrm>
          <a:off x="2223658" y="1747094"/>
          <a:ext cx="2271222" cy="6210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Content Scanning Mechanisms</a:t>
          </a:r>
        </a:p>
      </dsp:txBody>
      <dsp:txXfrm>
        <a:off x="2253975" y="1777411"/>
        <a:ext cx="2210588" cy="560403"/>
      </dsp:txXfrm>
    </dsp:sp>
    <dsp:sp modelId="{8FA5F89D-436A-4380-A402-EA2CCAB4AD21}">
      <dsp:nvSpPr>
        <dsp:cNvPr id="0" name=""/>
        <dsp:cNvSpPr/>
      </dsp:nvSpPr>
      <dsp:spPr>
        <a:xfrm>
          <a:off x="2223658" y="2445761"/>
          <a:ext cx="2271222" cy="6210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Alerting Mechanisms</a:t>
          </a:r>
        </a:p>
      </dsp:txBody>
      <dsp:txXfrm>
        <a:off x="2253975" y="2476078"/>
        <a:ext cx="2210588" cy="5604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9357A-6A8D-468F-8A06-4595BFEF74FC}">
      <dsp:nvSpPr>
        <dsp:cNvPr id="0" name=""/>
        <dsp:cNvSpPr/>
      </dsp:nvSpPr>
      <dsp:spPr>
        <a:xfrm>
          <a:off x="847812" y="1070"/>
          <a:ext cx="5158053" cy="468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7812" y="1070"/>
        <a:ext cx="5158053" cy="468913"/>
      </dsp:txXfrm>
    </dsp:sp>
    <dsp:sp modelId="{62469640-AF3B-4519-9D20-2464D5B17EA2}">
      <dsp:nvSpPr>
        <dsp:cNvPr id="0" name=""/>
        <dsp:cNvSpPr/>
      </dsp:nvSpPr>
      <dsp:spPr>
        <a:xfrm>
          <a:off x="847812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53DA6F-8B19-4F13-96BE-44C956B70F5C}">
      <dsp:nvSpPr>
        <dsp:cNvPr id="0" name=""/>
        <dsp:cNvSpPr/>
      </dsp:nvSpPr>
      <dsp:spPr>
        <a:xfrm>
          <a:off x="1572805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322181"/>
            <a:satOff val="-925"/>
            <a:lumOff val="-148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877AC7-A9FE-4CA6-94B7-387B7707F655}">
      <dsp:nvSpPr>
        <dsp:cNvPr id="0" name=""/>
        <dsp:cNvSpPr/>
      </dsp:nvSpPr>
      <dsp:spPr>
        <a:xfrm>
          <a:off x="2298371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CE3161-1FCD-4969-9D61-F42190D58EAA}">
      <dsp:nvSpPr>
        <dsp:cNvPr id="0" name=""/>
        <dsp:cNvSpPr/>
      </dsp:nvSpPr>
      <dsp:spPr>
        <a:xfrm>
          <a:off x="3023364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966542"/>
            <a:satOff val="-2774"/>
            <a:lumOff val="-444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72BB06-3A28-49AB-BF52-3DE5488D6588}">
      <dsp:nvSpPr>
        <dsp:cNvPr id="0" name=""/>
        <dsp:cNvSpPr/>
      </dsp:nvSpPr>
      <dsp:spPr>
        <a:xfrm>
          <a:off x="3748930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66EB8D-EAD1-442C-87C0-BB11913C49C9}">
      <dsp:nvSpPr>
        <dsp:cNvPr id="0" name=""/>
        <dsp:cNvSpPr/>
      </dsp:nvSpPr>
      <dsp:spPr>
        <a:xfrm>
          <a:off x="4473923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5515A1-9217-4DBE-BD51-6F88717A24BF}">
      <dsp:nvSpPr>
        <dsp:cNvPr id="0" name=""/>
        <dsp:cNvSpPr/>
      </dsp:nvSpPr>
      <dsp:spPr>
        <a:xfrm>
          <a:off x="5199490" y="469984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50463-D30E-410D-A396-D2882007070B}">
      <dsp:nvSpPr>
        <dsp:cNvPr id="0" name=""/>
        <dsp:cNvSpPr/>
      </dsp:nvSpPr>
      <dsp:spPr>
        <a:xfrm>
          <a:off x="847812" y="565503"/>
          <a:ext cx="5225107" cy="764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Importance of Detection</a:t>
          </a:r>
        </a:p>
      </dsp:txBody>
      <dsp:txXfrm>
        <a:off x="847812" y="565503"/>
        <a:ext cx="5225107" cy="764156"/>
      </dsp:txXfrm>
    </dsp:sp>
    <dsp:sp modelId="{B5867F2F-F0B5-44E0-A56B-FA8386FC7554}">
      <dsp:nvSpPr>
        <dsp:cNvPr id="0" name=""/>
        <dsp:cNvSpPr/>
      </dsp:nvSpPr>
      <dsp:spPr>
        <a:xfrm>
          <a:off x="847812" y="1494923"/>
          <a:ext cx="5158053" cy="468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847812" y="1494923"/>
        <a:ext cx="5158053" cy="468913"/>
      </dsp:txXfrm>
    </dsp:sp>
    <dsp:sp modelId="{5236245C-A037-455B-B9B5-2DD29434D0C4}">
      <dsp:nvSpPr>
        <dsp:cNvPr id="0" name=""/>
        <dsp:cNvSpPr/>
      </dsp:nvSpPr>
      <dsp:spPr>
        <a:xfrm>
          <a:off x="847812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2255265"/>
            <a:satOff val="-6473"/>
            <a:lumOff val="-1036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522F36-AE3A-4986-B1A0-C27176390C9A}">
      <dsp:nvSpPr>
        <dsp:cNvPr id="0" name=""/>
        <dsp:cNvSpPr/>
      </dsp:nvSpPr>
      <dsp:spPr>
        <a:xfrm>
          <a:off x="1572805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3865B7-026A-4BD8-A634-BDEDCD1D5709}">
      <dsp:nvSpPr>
        <dsp:cNvPr id="0" name=""/>
        <dsp:cNvSpPr/>
      </dsp:nvSpPr>
      <dsp:spPr>
        <a:xfrm>
          <a:off x="2298371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2899626"/>
            <a:satOff val="-8322"/>
            <a:lumOff val="-1332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5A2C55-36D0-4B67-BF7E-7E71EDA4F38D}">
      <dsp:nvSpPr>
        <dsp:cNvPr id="0" name=""/>
        <dsp:cNvSpPr/>
      </dsp:nvSpPr>
      <dsp:spPr>
        <a:xfrm>
          <a:off x="3023364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2A6A5C-6378-477A-B83C-32807E5DEB4A}">
      <dsp:nvSpPr>
        <dsp:cNvPr id="0" name=""/>
        <dsp:cNvSpPr/>
      </dsp:nvSpPr>
      <dsp:spPr>
        <a:xfrm>
          <a:off x="3748930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3543988"/>
            <a:satOff val="-10171"/>
            <a:lumOff val="-1628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B11357-6A6D-4323-AFF4-EBF523DE2B9D}">
      <dsp:nvSpPr>
        <dsp:cNvPr id="0" name=""/>
        <dsp:cNvSpPr/>
      </dsp:nvSpPr>
      <dsp:spPr>
        <a:xfrm>
          <a:off x="4473923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2DB6D8-4F7F-4A62-90BD-16A7FCF59F23}">
      <dsp:nvSpPr>
        <dsp:cNvPr id="0" name=""/>
        <dsp:cNvSpPr/>
      </dsp:nvSpPr>
      <dsp:spPr>
        <a:xfrm>
          <a:off x="5199490" y="1963836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4188349"/>
            <a:satOff val="-12020"/>
            <a:lumOff val="-1924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8C32C2-3213-4BC3-A8F9-B7EC5436C867}">
      <dsp:nvSpPr>
        <dsp:cNvPr id="0" name=""/>
        <dsp:cNvSpPr/>
      </dsp:nvSpPr>
      <dsp:spPr>
        <a:xfrm>
          <a:off x="847812" y="2059356"/>
          <a:ext cx="5225107" cy="764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Analyzing Text and Links</a:t>
          </a:r>
        </a:p>
      </dsp:txBody>
      <dsp:txXfrm>
        <a:off x="847812" y="2059356"/>
        <a:ext cx="5225107" cy="764156"/>
      </dsp:txXfrm>
    </dsp:sp>
    <dsp:sp modelId="{2CA07336-6F2E-4092-A31B-F25074CB11AD}">
      <dsp:nvSpPr>
        <dsp:cNvPr id="0" name=""/>
        <dsp:cNvSpPr/>
      </dsp:nvSpPr>
      <dsp:spPr>
        <a:xfrm>
          <a:off x="847812" y="2988775"/>
          <a:ext cx="5158053" cy="468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7812" y="2988775"/>
        <a:ext cx="5158053" cy="468913"/>
      </dsp:txXfrm>
    </dsp:sp>
    <dsp:sp modelId="{9F5D433B-B5FF-4B1E-9864-DD401431636E}">
      <dsp:nvSpPr>
        <dsp:cNvPr id="0" name=""/>
        <dsp:cNvSpPr/>
      </dsp:nvSpPr>
      <dsp:spPr>
        <a:xfrm>
          <a:off x="847812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5DD1B9-A516-4BC7-A398-EDBC33A384A5}">
      <dsp:nvSpPr>
        <dsp:cNvPr id="0" name=""/>
        <dsp:cNvSpPr/>
      </dsp:nvSpPr>
      <dsp:spPr>
        <a:xfrm>
          <a:off x="1572805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213C60-9118-4A43-9DC2-2B03FE6DE9FB}">
      <dsp:nvSpPr>
        <dsp:cNvPr id="0" name=""/>
        <dsp:cNvSpPr/>
      </dsp:nvSpPr>
      <dsp:spPr>
        <a:xfrm>
          <a:off x="2298371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40DF15-56AD-4591-9FB5-E0BD78196FFF}">
      <dsp:nvSpPr>
        <dsp:cNvPr id="0" name=""/>
        <dsp:cNvSpPr/>
      </dsp:nvSpPr>
      <dsp:spPr>
        <a:xfrm>
          <a:off x="3023364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5477072"/>
            <a:satOff val="-15719"/>
            <a:lumOff val="-2516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DB9EE7-A22A-4CF9-AA3D-4A7570D13058}">
      <dsp:nvSpPr>
        <dsp:cNvPr id="0" name=""/>
        <dsp:cNvSpPr/>
      </dsp:nvSpPr>
      <dsp:spPr>
        <a:xfrm>
          <a:off x="3748930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6414E6-BF0B-431C-8643-004773C57D82}">
      <dsp:nvSpPr>
        <dsp:cNvPr id="0" name=""/>
        <dsp:cNvSpPr/>
      </dsp:nvSpPr>
      <dsp:spPr>
        <a:xfrm>
          <a:off x="4473923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6121433"/>
            <a:satOff val="-17568"/>
            <a:lumOff val="-2812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9774AD-CE6D-4DA1-83EF-4287CFBB7B45}">
      <dsp:nvSpPr>
        <dsp:cNvPr id="0" name=""/>
        <dsp:cNvSpPr/>
      </dsp:nvSpPr>
      <dsp:spPr>
        <a:xfrm>
          <a:off x="5199490" y="3457689"/>
          <a:ext cx="1206984" cy="955195"/>
        </a:xfrm>
        <a:prstGeom prst="chevron">
          <a:avLst>
            <a:gd name="adj" fmla="val 7061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61C066-FB5E-485A-BCF5-AEC77A4B30B9}">
      <dsp:nvSpPr>
        <dsp:cNvPr id="0" name=""/>
        <dsp:cNvSpPr/>
      </dsp:nvSpPr>
      <dsp:spPr>
        <a:xfrm>
          <a:off x="847812" y="3553209"/>
          <a:ext cx="5225107" cy="764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Image Analysis</a:t>
          </a:r>
        </a:p>
      </dsp:txBody>
      <dsp:txXfrm>
        <a:off x="847812" y="3553209"/>
        <a:ext cx="5225107" cy="7641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B877A-70F4-4DE1-B7DA-08087859398A}">
      <dsp:nvSpPr>
        <dsp:cNvPr id="0" name=""/>
        <dsp:cNvSpPr/>
      </dsp:nvSpPr>
      <dsp:spPr>
        <a:xfrm>
          <a:off x="-4469809" y="-685476"/>
          <a:ext cx="5324887" cy="5324887"/>
        </a:xfrm>
        <a:prstGeom prst="blockArc">
          <a:avLst>
            <a:gd name="adj1" fmla="val 18900000"/>
            <a:gd name="adj2" fmla="val 2700000"/>
            <a:gd name="adj3" fmla="val 406"/>
          </a:avLst>
        </a:pr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884538-5FF6-43C7-A062-E0DDBA1F49C3}">
      <dsp:nvSpPr>
        <dsp:cNvPr id="0" name=""/>
        <dsp:cNvSpPr/>
      </dsp:nvSpPr>
      <dsp:spPr>
        <a:xfrm>
          <a:off x="549922" y="395393"/>
          <a:ext cx="5424896" cy="7907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687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Importance of Alerts</a:t>
          </a:r>
        </a:p>
      </dsp:txBody>
      <dsp:txXfrm>
        <a:off x="549922" y="395393"/>
        <a:ext cx="5424896" cy="790786"/>
      </dsp:txXfrm>
    </dsp:sp>
    <dsp:sp modelId="{902FE215-D004-4869-8BA0-6E5EBEEC747B}">
      <dsp:nvSpPr>
        <dsp:cNvPr id="0" name=""/>
        <dsp:cNvSpPr/>
      </dsp:nvSpPr>
      <dsp:spPr>
        <a:xfrm>
          <a:off x="55680" y="296545"/>
          <a:ext cx="988483" cy="9884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CF47D6-93F0-4A11-8402-B2BBF0F8152B}">
      <dsp:nvSpPr>
        <dsp:cNvPr id="0" name=""/>
        <dsp:cNvSpPr/>
      </dsp:nvSpPr>
      <dsp:spPr>
        <a:xfrm>
          <a:off x="837373" y="1581573"/>
          <a:ext cx="5137445" cy="79078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687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Timely Warnings</a:t>
          </a:r>
        </a:p>
      </dsp:txBody>
      <dsp:txXfrm>
        <a:off x="837373" y="1581573"/>
        <a:ext cx="5137445" cy="790786"/>
      </dsp:txXfrm>
    </dsp:sp>
    <dsp:sp modelId="{F6E7C704-FC5C-4B23-B0F9-80D5A05BFF27}">
      <dsp:nvSpPr>
        <dsp:cNvPr id="0" name=""/>
        <dsp:cNvSpPr/>
      </dsp:nvSpPr>
      <dsp:spPr>
        <a:xfrm>
          <a:off x="343131" y="1482725"/>
          <a:ext cx="988483" cy="9884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6114473-357E-448D-860D-69507359EA54}">
      <dsp:nvSpPr>
        <dsp:cNvPr id="0" name=""/>
        <dsp:cNvSpPr/>
      </dsp:nvSpPr>
      <dsp:spPr>
        <a:xfrm>
          <a:off x="549922" y="2767753"/>
          <a:ext cx="5424896" cy="79078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687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User Recommendations</a:t>
          </a:r>
        </a:p>
      </dsp:txBody>
      <dsp:txXfrm>
        <a:off x="549922" y="2767753"/>
        <a:ext cx="5424896" cy="790786"/>
      </dsp:txXfrm>
    </dsp:sp>
    <dsp:sp modelId="{C81E0165-8459-41DB-ACF0-D5ED572852AA}">
      <dsp:nvSpPr>
        <dsp:cNvPr id="0" name=""/>
        <dsp:cNvSpPr/>
      </dsp:nvSpPr>
      <dsp:spPr>
        <a:xfrm>
          <a:off x="55680" y="2668905"/>
          <a:ext cx="988483" cy="9884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2F9E-05B5-4CF5-98D8-F15059AA181D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0688A-7AAD-4DF0-817B-8C1EA662AE7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78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0688A-7AAD-4DF0-817B-8C1EA662AE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76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E4A5-C919-D1E4-28D8-AD4D90C7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315C-CF2B-F2F6-51E1-D0B8F536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0DE24-E2AF-9DE6-7AF0-918B6A4A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D145-5310-2D79-AA96-870F2003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A326-722E-77E7-767F-3809D4B4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66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A1AA-7A22-ECB6-368A-A9AEC21A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7E49-1E1C-E8C6-AE38-353A2F92D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FA8BE-A97A-0C62-6B73-C8200BF9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C97B-35EB-BF07-FCAE-1F3CE9DE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A8F29-06FD-23E5-93D3-60CB94E8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5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9B3A-03AD-7DE1-EF90-EFA1EA14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951E-5C84-CD47-319B-21BC670B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4279-EFCF-2894-5922-CA12980A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2B54D-71AB-C8CA-B26E-EE37CB3A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CB87-834B-8016-0A47-1857DE6A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45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B278-922B-48EF-82F4-29B08305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DCA9-C4CF-61C2-8BE6-25E51F79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65E79-37E7-5B22-C13D-1EA3EA14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97298-4A93-0517-766E-6E7BF966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D38BC-F1BC-3889-622D-C5887C11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5623-349B-6999-8CED-55092C2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74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8BE7-A2E4-49FC-847D-298265B0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436E-D47B-1DAE-EAD7-AD444AEA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5DF9A-0760-8051-27B2-C01AAB603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504B9-3ACA-AF83-D563-5BB90688E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35DC1-50F5-9843-8020-319DDE7A5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B59E4-5CC1-DFD2-B0C6-AFEB990D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9FEB3-4960-C80C-1E2E-EBBEF1BF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FC7FF-6163-9037-27D4-6C98857E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808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E7A3-B52E-1736-7436-F8CFF124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E3AC0-7011-6BCD-F3FD-95D6A380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29985-8BF4-8CFC-2272-48A07B4A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E0C40-7451-A8D8-2CC4-8E47D0FA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809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F85EF-AFDE-0EB8-FE72-9FFCC207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CD081-4317-4052-3319-9CB89DB8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B20B-124B-0DB8-3089-9797D3E5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5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5EE1-032B-81FB-8D89-D6AE6C2E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AAA2-B827-584A-C099-4590BEA5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8D633-89A1-658E-014E-9C08BD89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A7812-CEAF-49C7-4B74-4CC4B558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3D3B-ED98-2A8E-3BDF-34D0D66D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42B7-D305-0FE0-1AE3-B2BF35D0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27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F812-A47E-A767-6E9F-1FFA3416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2DD9F-FE48-AA2C-53BD-B2C5A4419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5048D-A120-F6C8-CED3-19CC8C7D7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909C7-2DB2-F229-163D-2316296B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ED74D-269C-95BA-FE86-4688F09F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435B-134A-6DC9-3466-A6ED6654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35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6028-E07C-4832-FDC7-E78ED096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0ED2-BF1B-54EA-FE59-FA2889D0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211B8-0C5F-73EA-4B39-726BA318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A98D-E2FF-CCE2-2B4D-9D468FA2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86770-6A1B-1B2A-E3C9-B77F5CFA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35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274E6-DA82-75FE-066F-E3257251F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8FD8B-8091-E91B-972F-962B4845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DF95-D399-A87B-50A4-C2FEFF0E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AACC-0F99-D412-6F77-EBF30018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720-B588-D7B1-EA1A-FBE50FB1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10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96D90-D1AD-9FDC-026F-3AE548A4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C79F5-A8F6-D369-A868-A60A0522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F116-7A8E-C3D3-4519-A10155970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9E3A1-8773-4405-A898-0E5137DFE34F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6E81-BC54-DDA5-0F5F-3E688D154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CE60-0121-E12E-DBC3-4F41E9104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95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mp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4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8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9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D123B-3157-CE5E-3416-8DFA1FAF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89" y="3379465"/>
            <a:ext cx="7621" cy="99069"/>
          </a:xfrm>
          <a:prstGeom prst="rect">
            <a:avLst/>
          </a:prstGeom>
        </p:spPr>
      </p:pic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E888D14-87A0-DFAD-9364-E45EB9EABE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4F6046-2F6B-15F1-1710-B119467261B6}"/>
              </a:ext>
            </a:extLst>
          </p:cNvPr>
          <p:cNvSpPr txBox="1">
            <a:spLocks/>
          </p:cNvSpPr>
          <p:nvPr/>
        </p:nvSpPr>
        <p:spPr>
          <a:xfrm>
            <a:off x="2151105" y="44999"/>
            <a:ext cx="9072877" cy="20902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 anchorCtr="0" compatLnSpc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Phishing Detection Extension </a:t>
            </a:r>
            <a:br>
              <a:rPr lang="en-US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</a:br>
            <a:r>
              <a:rPr lang="en-US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Proof of Concept</a:t>
            </a:r>
            <a:br>
              <a:rPr lang="en-US" dirty="0">
                <a:gradFill>
                  <a:gsLst>
                    <a:gs pos="26000">
                      <a:schemeClr val="accent2">
                        <a:lumMod val="20000"/>
                        <a:lumOff val="80000"/>
                      </a:schemeClr>
                    </a:gs>
                    <a:gs pos="50000">
                      <a:schemeClr val="accent3">
                        <a:hueOff val="0"/>
                        <a:satOff val="0"/>
                        <a:lumOff val="0"/>
                        <a:alphaOff val="0"/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</a:br>
            <a:endParaRPr lang="es-ES" dirty="0">
              <a:gradFill>
                <a:gsLst>
                  <a:gs pos="26000">
                    <a:schemeClr val="accent2">
                      <a:lumMod val="20000"/>
                      <a:lumOff val="80000"/>
                    </a:schemeClr>
                  </a:gs>
                  <a:gs pos="50000">
                    <a:schemeClr val="accent3">
                      <a:hueOff val="0"/>
                      <a:satOff val="0"/>
                      <a:lumOff val="0"/>
                      <a:alphaOff val="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20000"/>
                      <a:lumOff val="80000"/>
                    </a:schemeClr>
                  </a:gs>
                </a:gsLst>
                <a:lin ang="5400000" scaled="0"/>
              </a:gradFill>
            </a:endParaRPr>
          </a:p>
        </p:txBody>
      </p:sp>
      <p:pic>
        <p:nvPicPr>
          <p:cNvPr id="9" name="Picture 8" descr="A keyboard with a red key&#10;&#10;AI-generated content may be incorrect.">
            <a:extLst>
              <a:ext uri="{FF2B5EF4-FFF2-40B4-BE49-F238E27FC236}">
                <a16:creationId xmlns:a16="http://schemas.microsoft.com/office/drawing/2014/main" id="{3393B592-1F16-67CA-9F91-EBD77C575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32050">
            <a:off x="2470635" y="2455187"/>
            <a:ext cx="3542860" cy="3282063"/>
          </a:xfrm>
          <a:prstGeom prst="rect">
            <a:avLst/>
          </a:prstGeom>
          <a:noFill/>
          <a:ln cap="flat">
            <a:noFill/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06FCA5-1D6F-75E8-E28E-9F3302832CA1}"/>
              </a:ext>
            </a:extLst>
          </p:cNvPr>
          <p:cNvSpPr txBox="1"/>
          <p:nvPr/>
        </p:nvSpPr>
        <p:spPr>
          <a:xfrm>
            <a:off x="6226149" y="1939817"/>
            <a:ext cx="420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CIS – 4951 Capstone II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Professor: </a:t>
            </a:r>
            <a:r>
              <a:rPr lang="en-US" sz="2000">
                <a:solidFill>
                  <a:schemeClr val="bg1"/>
                </a:solidFill>
              </a:rPr>
              <a:t>Dr. Sadjadi</a:t>
            </a:r>
            <a:endParaRPr lang="es-ES" sz="2000" dirty="0">
              <a:solidFill>
                <a:schemeClr val="bg1"/>
              </a:solidFill>
            </a:endParaRPr>
          </a:p>
        </p:txBody>
      </p:sp>
      <p:grpSp>
        <p:nvGrpSpPr>
          <p:cNvPr id="32" name="TextBox 7">
            <a:extLst>
              <a:ext uri="{FF2B5EF4-FFF2-40B4-BE49-F238E27FC236}">
                <a16:creationId xmlns:a16="http://schemas.microsoft.com/office/drawing/2014/main" id="{E8BDADE7-6048-9150-97F1-EDBB93542187}"/>
              </a:ext>
            </a:extLst>
          </p:cNvPr>
          <p:cNvGrpSpPr/>
          <p:nvPr/>
        </p:nvGrpSpPr>
        <p:grpSpPr>
          <a:xfrm>
            <a:off x="7898716" y="3109545"/>
            <a:ext cx="3212497" cy="2303885"/>
            <a:chOff x="8010226" y="2908825"/>
            <a:chExt cx="3212497" cy="230388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FA60CF9-4E2E-CEF7-9F96-23C3F3FE0981}"/>
                </a:ext>
              </a:extLst>
            </p:cNvPr>
            <p:cNvSpPr/>
            <p:nvPr/>
          </p:nvSpPr>
          <p:spPr>
            <a:xfrm>
              <a:off x="8010226" y="290882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A7991-3E80-60C2-F798-7F79F73926B9}"/>
                </a:ext>
              </a:extLst>
            </p:cNvPr>
            <p:cNvSpPr/>
            <p:nvPr/>
          </p:nvSpPr>
          <p:spPr>
            <a:xfrm>
              <a:off x="8010226" y="290882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Ezekiel Garcia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5D70992-3CB6-2CDB-79AD-8C3A821F116D}"/>
                </a:ext>
              </a:extLst>
            </p:cNvPr>
            <p:cNvSpPr/>
            <p:nvPr/>
          </p:nvSpPr>
          <p:spPr>
            <a:xfrm>
              <a:off x="8010226" y="336960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5FFC105-C9D5-7EEF-AE03-627698E80E12}"/>
                </a:ext>
              </a:extLst>
            </p:cNvPr>
            <p:cNvSpPr/>
            <p:nvPr/>
          </p:nvSpPr>
          <p:spPr>
            <a:xfrm>
              <a:off x="8010226" y="336960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Jonathan Iglesias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FFA420F-42AF-9165-8738-489932CCF69E}"/>
                </a:ext>
              </a:extLst>
            </p:cNvPr>
            <p:cNvSpPr/>
            <p:nvPr/>
          </p:nvSpPr>
          <p:spPr>
            <a:xfrm>
              <a:off x="8010226" y="383038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866EB9-F353-80BA-33D9-382FD6A9AAAA}"/>
                </a:ext>
              </a:extLst>
            </p:cNvPr>
            <p:cNvSpPr/>
            <p:nvPr/>
          </p:nvSpPr>
          <p:spPr>
            <a:xfrm>
              <a:off x="8010226" y="383038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Giovani Labrador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44E3FD-BD8E-FBD3-B7FD-9FA37A189EBD}"/>
                </a:ext>
              </a:extLst>
            </p:cNvPr>
            <p:cNvSpPr/>
            <p:nvPr/>
          </p:nvSpPr>
          <p:spPr>
            <a:xfrm>
              <a:off x="8010226" y="429116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E28E1E-4B49-CAA8-5C45-404AEDD852F8}"/>
                </a:ext>
              </a:extLst>
            </p:cNvPr>
            <p:cNvSpPr/>
            <p:nvPr/>
          </p:nvSpPr>
          <p:spPr>
            <a:xfrm>
              <a:off x="8010226" y="429116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dirty="0">
                  <a:solidFill>
                    <a:schemeClr val="bg1"/>
                  </a:solidFill>
                  <a:latin typeface="Aptos"/>
                </a:rPr>
                <a:t>Tristin </a:t>
              </a: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Liebenberg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BD7F593-829E-A77D-F60C-9E2800BD9ED5}"/>
                </a:ext>
              </a:extLst>
            </p:cNvPr>
            <p:cNvSpPr/>
            <p:nvPr/>
          </p:nvSpPr>
          <p:spPr>
            <a:xfrm>
              <a:off x="8010226" y="475193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1A8C7F-577F-7F31-9DBC-C3C8EAB354E4}"/>
                </a:ext>
              </a:extLst>
            </p:cNvPr>
            <p:cNvSpPr/>
            <p:nvPr/>
          </p:nvSpPr>
          <p:spPr>
            <a:xfrm>
              <a:off x="8010226" y="475193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nl-NL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Eyaan Syed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30A786-D427-21D0-88C2-AA63364C18DE}"/>
                </a:ext>
              </a:extLst>
            </p:cNvPr>
            <p:cNvSpPr/>
            <p:nvPr/>
          </p:nvSpPr>
          <p:spPr>
            <a:xfrm>
              <a:off x="8010226" y="521271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72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194CB-4F1E-F2E9-3C86-33A6C385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75DCCC8D-F272-9024-C808-4155B9EC2A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E6CBDD-8776-D20D-0FA7-FB6D47630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43173"/>
              </p:ext>
            </p:extLst>
          </p:nvPr>
        </p:nvGraphicFramePr>
        <p:xfrm>
          <a:off x="3001813" y="1958809"/>
          <a:ext cx="8095674" cy="3796487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4047837">
                  <a:extLst>
                    <a:ext uri="{9D8B030D-6E8A-4147-A177-3AD203B41FA5}">
                      <a16:colId xmlns:a16="http://schemas.microsoft.com/office/drawing/2014/main" val="1183964365"/>
                    </a:ext>
                  </a:extLst>
                </a:gridCol>
                <a:gridCol w="4047837">
                  <a:extLst>
                    <a:ext uri="{9D8B030D-6E8A-4147-A177-3AD203B41FA5}">
                      <a16:colId xmlns:a16="http://schemas.microsoft.com/office/drawing/2014/main" val="2552196822"/>
                    </a:ext>
                  </a:extLst>
                </a:gridCol>
              </a:tblGrid>
              <a:tr h="975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kern="1200" dirty="0">
                          <a:gradFill>
                            <a:gsLst>
                              <a:gs pos="33000">
                                <a:schemeClr val="accent2">
                                  <a:lumMod val="20000"/>
                                  <a:lumOff val="80000"/>
                                </a:schemeClr>
                              </a:gs>
                              <a:gs pos="49000">
                                <a:schemeClr val="accent3">
                                  <a:lumMod val="60000"/>
                                  <a:lumOff val="40000"/>
                                </a:schemeClr>
                              </a:gs>
                              <a:gs pos="62000">
                                <a:schemeClr val="accent4">
                                  <a:lumMod val="20000"/>
                                  <a:lumOff val="80000"/>
                                </a:schemeClr>
                              </a:gs>
                            </a:gsLst>
                            <a:lin ang="5400000" scaled="0"/>
                          </a:gradFill>
                          <a:latin typeface="+mj-lt"/>
                          <a:ea typeface="+mj-ea"/>
                          <a:cs typeface="+mj-cs"/>
                        </a:rPr>
                        <a:t>DESCRIPTION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100" dirty="0">
                          <a:effectLst/>
                        </a:rPr>
                        <a:t> </a:t>
                      </a:r>
                      <a:endParaRPr lang="es-E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kern="1200" dirty="0">
                          <a:gradFill>
                            <a:gsLst>
                              <a:gs pos="33000">
                                <a:schemeClr val="accent2">
                                  <a:lumMod val="20000"/>
                                  <a:lumOff val="80000"/>
                                </a:schemeClr>
                              </a:gs>
                              <a:gs pos="49000">
                                <a:schemeClr val="accent3">
                                  <a:lumMod val="60000"/>
                                  <a:lumOff val="40000"/>
                                </a:schemeClr>
                              </a:gs>
                              <a:gs pos="62000">
                                <a:schemeClr val="accent4">
                                  <a:lumMod val="20000"/>
                                  <a:lumOff val="80000"/>
                                </a:schemeClr>
                              </a:gs>
                            </a:gsLst>
                            <a:lin ang="5400000" scaled="0"/>
                          </a:gradFill>
                          <a:latin typeface="+mj-lt"/>
                          <a:ea typeface="+mj-ea"/>
                          <a:cs typeface="+mj-cs"/>
                        </a:rPr>
                        <a:t>CHARACTERISTICS</a:t>
                      </a:r>
                      <a:endParaRPr lang="es-ES" sz="3200" b="1" kern="1200" dirty="0">
                        <a:gradFill>
                          <a:gsLst>
                            <a:gs pos="33000">
                              <a:schemeClr val="accent2">
                                <a:lumMod val="20000"/>
                                <a:lumOff val="80000"/>
                              </a:schemeClr>
                            </a:gs>
                            <a:gs pos="49000">
                              <a:schemeClr val="accent3">
                                <a:lumMod val="60000"/>
                                <a:lumOff val="40000"/>
                              </a:schemeClr>
                            </a:gs>
                            <a:gs pos="62000">
                              <a:schemeClr val="accent4">
                                <a:lumMod val="20000"/>
                                <a:lumOff val="80000"/>
                              </a:schemeClr>
                            </a:gs>
                          </a:gsLst>
                          <a:lin ang="5400000" scaled="0"/>
                        </a:gra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42491023"/>
                  </a:ext>
                </a:extLst>
              </a:tr>
              <a:tr h="906276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"/>
                      </a:pPr>
                      <a:r>
                        <a:rPr lang="en-US" sz="2800" b="1" kern="100" dirty="0">
                          <a:effectLst/>
                        </a:rPr>
                        <a:t>Phishing :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lang="en-US" sz="2800" b="1" kern="100" dirty="0">
                          <a:effectLst/>
                        </a:rPr>
                        <a:t>Urgent Language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76221882"/>
                  </a:ext>
                </a:extLst>
              </a:tr>
              <a:tr h="906276">
                <a:tc>
                  <a:txBody>
                    <a:bodyPr/>
                    <a:lstStyle/>
                    <a:p>
                      <a:pPr marL="914400" marR="0" lvl="1" indent="-457200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b="1" kern="100" dirty="0">
                          <a:effectLst/>
                        </a:rPr>
                        <a:t>Spear Phishing 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lang="en-US" sz="2800" b="1" kern="100" dirty="0">
                          <a:effectLst/>
                        </a:rPr>
                        <a:t>Generic Greetings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56212471"/>
                  </a:ext>
                </a:extLst>
              </a:tr>
              <a:tr h="906276">
                <a:tc>
                  <a:txBody>
                    <a:bodyPr/>
                    <a:lstStyle/>
                    <a:p>
                      <a:pPr marL="914400" marR="0" lvl="1" indent="-457200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b="1" kern="100" dirty="0">
                          <a:effectLst/>
                        </a:rPr>
                        <a:t>Whaling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lang="en-US" sz="2800" b="1" kern="100" dirty="0">
                          <a:effectLst/>
                        </a:rPr>
                        <a:t>Suspicious Links</a:t>
                      </a:r>
                      <a:endParaRPr lang="es-E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60214799"/>
                  </a:ext>
                </a:extLst>
              </a:tr>
            </a:tbl>
          </a:graphicData>
        </a:graphic>
      </p:graphicFrame>
      <p:pic>
        <p:nvPicPr>
          <p:cNvPr id="7" name="Picture 6" descr="A person in a mask fishing from laptops&#10;&#10;AI-generated content may be incorrect.">
            <a:extLst>
              <a:ext uri="{FF2B5EF4-FFF2-40B4-BE49-F238E27FC236}">
                <a16:creationId xmlns:a16="http://schemas.microsoft.com/office/drawing/2014/main" id="{A6B0A9AA-5BB8-AC12-C6B0-E9692BB2A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866" y="653501"/>
            <a:ext cx="2148907" cy="111150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39168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B3F2-0BAA-09B7-3482-EC2B52FD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723E973-C802-643F-5552-A015A995D4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pic>
        <p:nvPicPr>
          <p:cNvPr id="3" name="Content Placeholder 4" descr="Security">
            <a:extLst>
              <a:ext uri="{FF2B5EF4-FFF2-40B4-BE49-F238E27FC236}">
                <a16:creationId xmlns:a16="http://schemas.microsoft.com/office/drawing/2014/main" id="{7B62A33B-E21C-E051-A0A6-04DF8D121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58" r="31942"/>
          <a:stretch/>
        </p:blipFill>
        <p:spPr>
          <a:xfrm>
            <a:off x="7950682" y="374696"/>
            <a:ext cx="3871117" cy="5477988"/>
          </a:xfrm>
          <a:prstGeom prst="rect">
            <a:avLst/>
          </a:prstGeom>
          <a:effectLst>
            <a:glow rad="127000">
              <a:schemeClr val="accent1">
                <a:lumMod val="20000"/>
                <a:lumOff val="8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E6B684-9352-6DAA-B981-45181F08AE28}"/>
              </a:ext>
            </a:extLst>
          </p:cNvPr>
          <p:cNvSpPr txBox="1">
            <a:spLocks/>
          </p:cNvSpPr>
          <p:nvPr/>
        </p:nvSpPr>
        <p:spPr>
          <a:xfrm>
            <a:off x="1915642" y="269574"/>
            <a:ext cx="6035040" cy="15299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Goals and Objectives </a:t>
            </a:r>
          </a:p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of the Extension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B89E93E-A0E4-53C9-79EF-38DAF2486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439820"/>
              </p:ext>
            </p:extLst>
          </p:nvPr>
        </p:nvGraphicFramePr>
        <p:xfrm>
          <a:off x="1915643" y="1169759"/>
          <a:ext cx="59036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1732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E581-F85A-69B6-E8D9-F3A46655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1DE398D-4854-3921-3AAE-1495BE329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pic>
        <p:nvPicPr>
          <p:cNvPr id="7" name="Content Placeholder 4" descr="Laptop and magnifying glass with unlocked combination lock and broken chain, isolated on white background.">
            <a:extLst>
              <a:ext uri="{FF2B5EF4-FFF2-40B4-BE49-F238E27FC236}">
                <a16:creationId xmlns:a16="http://schemas.microsoft.com/office/drawing/2014/main" id="{3851C5D4-331B-9BA5-BADA-90055D98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90" r="22817" b="-1"/>
          <a:stretch/>
        </p:blipFill>
        <p:spPr>
          <a:xfrm>
            <a:off x="9201522" y="1841987"/>
            <a:ext cx="2369538" cy="3461071"/>
          </a:xfrm>
          <a:prstGeom prst="rect">
            <a:avLst/>
          </a:prstGeom>
          <a:effectLst>
            <a:glow rad="127000">
              <a:schemeClr val="accent6">
                <a:lumMod val="20000"/>
                <a:lumOff val="8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F1F8EE7-CBE7-C6D5-2DB5-81F380EA9540}"/>
              </a:ext>
            </a:extLst>
          </p:cNvPr>
          <p:cNvSpPr txBox="1">
            <a:spLocks/>
          </p:cNvSpPr>
          <p:nvPr/>
        </p:nvSpPr>
        <p:spPr>
          <a:xfrm>
            <a:off x="3257154" y="-11556"/>
            <a:ext cx="7103532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Scope and Limitations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4953E0-DBD2-F7F2-12CF-C5F7868A4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269379"/>
              </p:ext>
            </p:extLst>
          </p:nvPr>
        </p:nvGraphicFramePr>
        <p:xfrm>
          <a:off x="2064867" y="1927951"/>
          <a:ext cx="6746623" cy="3854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349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F259-0EF4-756A-A6C3-620A04CF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5210DE4-9F10-6D33-033C-6C4D8202A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C759E17-3DBA-D6EF-8D8B-38CDAC85C174}"/>
              </a:ext>
            </a:extLst>
          </p:cNvPr>
          <p:cNvSpPr txBox="1">
            <a:spLocks/>
          </p:cNvSpPr>
          <p:nvPr/>
        </p:nvSpPr>
        <p:spPr>
          <a:xfrm>
            <a:off x="2397359" y="-112891"/>
            <a:ext cx="9109731" cy="15299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Key Functionalities and Features</a:t>
            </a:r>
          </a:p>
        </p:txBody>
      </p:sp>
      <p:pic>
        <p:nvPicPr>
          <p:cNvPr id="5" name="Content Placeholder 4" descr="Internet Cyber Security digital concept">
            <a:extLst>
              <a:ext uri="{FF2B5EF4-FFF2-40B4-BE49-F238E27FC236}">
                <a16:creationId xmlns:a16="http://schemas.microsoft.com/office/drawing/2014/main" id="{099A3772-88B7-F9E6-44F1-CE2DC722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06" r="10644"/>
          <a:stretch/>
        </p:blipFill>
        <p:spPr>
          <a:xfrm>
            <a:off x="2397359" y="1681285"/>
            <a:ext cx="3028357" cy="428540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669264-268B-FDDE-65F3-5BCD48871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37308"/>
              </p:ext>
            </p:extLst>
          </p:nvPr>
        </p:nvGraphicFramePr>
        <p:xfrm>
          <a:off x="4991609" y="2046864"/>
          <a:ext cx="6432204" cy="380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0949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776C-BD29-B84D-4A59-CF105C8B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258DDF7-4097-D2C1-4524-3FFDA3BCE4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0633A4-DFF1-F2ED-E92D-A495CA67C109}"/>
              </a:ext>
            </a:extLst>
          </p:cNvPr>
          <p:cNvSpPr txBox="1">
            <a:spLocks/>
          </p:cNvSpPr>
          <p:nvPr/>
        </p:nvSpPr>
        <p:spPr>
          <a:xfrm>
            <a:off x="2761672" y="-281504"/>
            <a:ext cx="8169487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Component Overview</a:t>
            </a:r>
          </a:p>
        </p:txBody>
      </p:sp>
      <p:pic>
        <p:nvPicPr>
          <p:cNvPr id="5" name="Content Placeholder 4" descr="Personal Cyber  People Security 3d background">
            <a:extLst>
              <a:ext uri="{FF2B5EF4-FFF2-40B4-BE49-F238E27FC236}">
                <a16:creationId xmlns:a16="http://schemas.microsoft.com/office/drawing/2014/main" id="{78BAADD1-2369-5896-6A93-1F11719CD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37" r="16464"/>
          <a:stretch/>
        </p:blipFill>
        <p:spPr>
          <a:xfrm>
            <a:off x="8389088" y="1747240"/>
            <a:ext cx="2394644" cy="3796811"/>
          </a:xfrm>
          <a:prstGeom prst="rect">
            <a:avLst/>
          </a:prstGeom>
          <a:effectLst>
            <a:glow rad="127000">
              <a:srgbClr val="FFC000"/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56C73F-62FA-922F-9AF3-1330C7402F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473616"/>
              </p:ext>
            </p:extLst>
          </p:nvPr>
        </p:nvGraphicFramePr>
        <p:xfrm>
          <a:off x="2697726" y="1418437"/>
          <a:ext cx="5835170" cy="4270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5067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EF96-6FC6-B2F0-FB91-A3E0B7F3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7A56AD9-E95F-3935-3542-F380680FBC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18F3375-06BA-DB4A-7977-7121194C4FDC}"/>
              </a:ext>
            </a:extLst>
          </p:cNvPr>
          <p:cNvSpPr txBox="1">
            <a:spLocks/>
          </p:cNvSpPr>
          <p:nvPr/>
        </p:nvSpPr>
        <p:spPr>
          <a:xfrm>
            <a:off x="2415310" y="-109676"/>
            <a:ext cx="9055541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Overall System Architecture</a:t>
            </a:r>
          </a:p>
        </p:txBody>
      </p:sp>
      <p:pic>
        <p:nvPicPr>
          <p:cNvPr id="4" name="Content Placeholder 4" descr="Desktop computers connected in a network.See all my">
            <a:extLst>
              <a:ext uri="{FF2B5EF4-FFF2-40B4-BE49-F238E27FC236}">
                <a16:creationId xmlns:a16="http://schemas.microsoft.com/office/drawing/2014/main" id="{D0EDA1FB-8D34-47C3-B24E-494A3D0FB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04" r="24296"/>
          <a:stretch/>
        </p:blipFill>
        <p:spPr>
          <a:xfrm>
            <a:off x="2732145" y="1918117"/>
            <a:ext cx="2710984" cy="3846896"/>
          </a:xfrm>
          <a:prstGeom prst="rect">
            <a:avLst/>
          </a:prstGeom>
          <a:effectLst>
            <a:glow rad="127000">
              <a:srgbClr val="FFC00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FEF0B33-E98D-684B-7D0B-E8E27315B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744949"/>
              </p:ext>
            </p:extLst>
          </p:nvPr>
        </p:nvGraphicFramePr>
        <p:xfrm>
          <a:off x="5477165" y="1746835"/>
          <a:ext cx="5624945" cy="418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5889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2F81-304D-D9CD-E962-4C7BDFE5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27D8983-4D06-7CD6-9D60-A4F6945572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1FC5F89-484D-951F-ADA3-DCE2433E5CB5}"/>
              </a:ext>
            </a:extLst>
          </p:cNvPr>
          <p:cNvSpPr txBox="1">
            <a:spLocks/>
          </p:cNvSpPr>
          <p:nvPr/>
        </p:nvSpPr>
        <p:spPr>
          <a:xfrm>
            <a:off x="2803044" y="777470"/>
            <a:ext cx="3496495" cy="15299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Setting up the Development Environment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F58C27-3C0E-51B3-F79F-94609AC46924}"/>
              </a:ext>
            </a:extLst>
          </p:cNvPr>
          <p:cNvSpPr txBox="1">
            <a:spLocks/>
          </p:cNvSpPr>
          <p:nvPr/>
        </p:nvSpPr>
        <p:spPr>
          <a:xfrm>
            <a:off x="6802625" y="777470"/>
            <a:ext cx="4779572" cy="12984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Key Java Libraries and Tools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E860FC-7E89-2225-4C14-CF7A147B6C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660878"/>
              </p:ext>
            </p:extLst>
          </p:nvPr>
        </p:nvGraphicFramePr>
        <p:xfrm>
          <a:off x="2114156" y="2344468"/>
          <a:ext cx="4688469" cy="3494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7403A40-FD80-6C74-1C4C-3D3E46609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16229"/>
              </p:ext>
            </p:extLst>
          </p:nvPr>
        </p:nvGraphicFramePr>
        <p:xfrm>
          <a:off x="6802625" y="2345267"/>
          <a:ext cx="4971445" cy="3494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49405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F2D49F5-FF76-5808-A357-3C2AF70D50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pic>
        <p:nvPicPr>
          <p:cNvPr id="10" name="Content Placeholder 4" descr="Woman showing Earth and network hologram by using the user interface technology.">
            <a:extLst>
              <a:ext uri="{FF2B5EF4-FFF2-40B4-BE49-F238E27FC236}">
                <a16:creationId xmlns:a16="http://schemas.microsoft.com/office/drawing/2014/main" id="{831BBA6C-5811-318E-B729-F1D32373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38534">
            <a:off x="8134962" y="2987616"/>
            <a:ext cx="3170996" cy="1783683"/>
          </a:xfrm>
          <a:prstGeom prst="rect">
            <a:avLst/>
          </a:prstGeom>
          <a:effectLst>
            <a:glow rad="127000">
              <a:srgbClr val="FFFF00"/>
            </a:glow>
          </a:effec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56B2E75-A7C4-79E7-2E60-AA8D4212310C}"/>
              </a:ext>
            </a:extLst>
          </p:cNvPr>
          <p:cNvSpPr txBox="1">
            <a:spLocks/>
          </p:cNvSpPr>
          <p:nvPr/>
        </p:nvSpPr>
        <p:spPr>
          <a:xfrm>
            <a:off x="2645186" y="-109419"/>
            <a:ext cx="8740774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Suspicious Content Detection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AAF6BF-C8F4-CDF2-5EF9-A5FFF0FDE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423081"/>
              </p:ext>
            </p:extLst>
          </p:nvPr>
        </p:nvGraphicFramePr>
        <p:xfrm>
          <a:off x="1821979" y="1569155"/>
          <a:ext cx="7254287" cy="4413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732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8F3E-13A5-9CEC-0E2F-3170624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19797B7-9452-43DD-FBDF-9EA9228314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4D7609-731B-B37B-C4F3-771B4ECCFEEC}"/>
              </a:ext>
            </a:extLst>
          </p:cNvPr>
          <p:cNvSpPr txBox="1">
            <a:spLocks/>
          </p:cNvSpPr>
          <p:nvPr/>
        </p:nvSpPr>
        <p:spPr>
          <a:xfrm>
            <a:off x="3034146" y="-175680"/>
            <a:ext cx="801294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gradFill>
                  <a:gsLst>
                    <a:gs pos="33000">
                      <a:schemeClr val="accent2">
                        <a:lumMod val="20000"/>
                        <a:lumOff val="80000"/>
                      </a:schemeClr>
                    </a:gs>
                    <a:gs pos="49000">
                      <a:schemeClr val="accent3">
                        <a:lumMod val="60000"/>
                        <a:lumOff val="40000"/>
                      </a:schemeClr>
                    </a:gs>
                    <a:gs pos="62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</a:rPr>
              <a:t>User Alerts and Notifications</a:t>
            </a:r>
          </a:p>
        </p:txBody>
      </p:sp>
      <p:pic>
        <p:nvPicPr>
          <p:cNvPr id="7" name="Content Placeholder 4" descr="4k prores video of Social Network Connections icons on backgrounds">
            <a:extLst>
              <a:ext uri="{FF2B5EF4-FFF2-40B4-BE49-F238E27FC236}">
                <a16:creationId xmlns:a16="http://schemas.microsoft.com/office/drawing/2014/main" id="{BF0EC404-739F-C291-D8A8-8415AEE0B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34" r="33772" b="-1"/>
          <a:stretch/>
        </p:blipFill>
        <p:spPr>
          <a:xfrm>
            <a:off x="2653633" y="2140122"/>
            <a:ext cx="2463683" cy="3440907"/>
          </a:xfrm>
          <a:prstGeom prst="rect">
            <a:avLst/>
          </a:prstGeom>
          <a:effectLst>
            <a:glow rad="127000">
              <a:schemeClr val="accent6">
                <a:lumMod val="40000"/>
                <a:lumOff val="60000"/>
              </a:schemeClr>
            </a:glow>
            <a:softEdge rad="622300"/>
          </a:effectLst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2C6059B-15DE-BEC5-60C1-9468EC2F1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602845"/>
              </p:ext>
            </p:extLst>
          </p:nvPr>
        </p:nvGraphicFramePr>
        <p:xfrm>
          <a:off x="5384800" y="1769533"/>
          <a:ext cx="6028267" cy="3953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013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151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Garcia</dc:creator>
  <cp:lastModifiedBy>Julia Garcia</cp:lastModifiedBy>
  <cp:revision>67</cp:revision>
  <dcterms:created xsi:type="dcterms:W3CDTF">2025-03-22T21:55:41Z</dcterms:created>
  <dcterms:modified xsi:type="dcterms:W3CDTF">2025-04-16T15:38:05Z</dcterms:modified>
</cp:coreProperties>
</file>